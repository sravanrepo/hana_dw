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147483602" r:id="rId5"/>
    <p:sldId id="2147483603" r:id="rId6"/>
    <p:sldId id="1716" r:id="rId7"/>
    <p:sldId id="2147483604" r:id="rId8"/>
    <p:sldId id="2147483601" r:id="rId9"/>
    <p:sldId id="1718" r:id="rId10"/>
    <p:sldId id="1696" r:id="rId11"/>
    <p:sldId id="1692" r:id="rId12"/>
    <p:sldId id="1714" r:id="rId13"/>
    <p:sldId id="2147483605" r:id="rId14"/>
    <p:sldId id="2147483606" r:id="rId15"/>
    <p:sldId id="2147483607" r:id="rId16"/>
    <p:sldId id="2147483609" r:id="rId17"/>
    <p:sldId id="2147483610" r:id="rId18"/>
    <p:sldId id="2147483611" r:id="rId19"/>
    <p:sldId id="2147483584" r:id="rId20"/>
    <p:sldId id="214748361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7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C1B8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306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43E01-C8B9-2407-C335-15773C9DE6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C3B3F2-191C-F064-D7CD-EC0D8E8C4D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8D1CA9-5377-3746-81A6-A525FA86F9C2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77B8CD-6CC2-55C4-CE64-1B284EF087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248E0-45F8-F269-CA60-B6C0C194F18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D8C88-E602-E24B-BAEA-ECC4BB175B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103989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9C2B7-1FCE-0249-8C07-D571E9137F6A}" type="datetimeFigureOut">
              <a:rPr lang="en-GB" smtClean="0"/>
              <a:t>29/10/2026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FC6E8-00AC-9045-A782-A4C0522E2E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969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40394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FFC6E8-00AC-9045-A782-A4C0522E2EC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792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AE9089-5269-A5C6-C902-E716DAAD5D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247" b="54593"/>
          <a:stretch>
            <a:fillRect/>
          </a:stretch>
        </p:blipFill>
        <p:spPr>
          <a:xfrm rot="16200000">
            <a:off x="6883402" y="1549398"/>
            <a:ext cx="6857998" cy="3759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8BD03-B180-3A93-EB92-247C2E595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914059"/>
            <a:ext cx="9144000" cy="4186638"/>
          </a:xfr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6F-80DA-12B0-1211-AF7BD4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92772"/>
            <a:ext cx="4932363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1C32C4-FE73-FBDE-6E28-1D416A24AF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854BF3-3C62-4173-ACC0-A950CABA63A3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tx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593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AE9089-5269-A5C6-C902-E716DAAD5D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247" b="54593"/>
          <a:stretch>
            <a:fillRect/>
          </a:stretch>
        </p:blipFill>
        <p:spPr>
          <a:xfrm rot="16200000">
            <a:off x="6883402" y="1549398"/>
            <a:ext cx="6857998" cy="3759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8BD03-B180-3A93-EB92-247C2E595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914059"/>
            <a:ext cx="5565169" cy="4186638"/>
          </a:xfr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6F-80DA-12B0-1211-AF7BD4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2772"/>
            <a:ext cx="4932363" cy="117786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1C32C4-FE73-FBDE-6E28-1D416A24AF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854BF3-3C62-4173-ACC0-A950CABA63A3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tx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2E6BFE-F4D7-A57E-4286-A5F66D21935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77132" y="330619"/>
            <a:ext cx="2869524" cy="652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376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AE9089-5269-A5C6-C902-E716DAAD5D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247" b="54593"/>
          <a:stretch>
            <a:fillRect/>
          </a:stretch>
        </p:blipFill>
        <p:spPr>
          <a:xfrm rot="16200000">
            <a:off x="6883402" y="1549398"/>
            <a:ext cx="6857998" cy="3759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8BD03-B180-3A93-EB92-247C2E595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914059"/>
            <a:ext cx="5565169" cy="4186638"/>
          </a:xfr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STYLE.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6F-80DA-12B0-1211-AF7BD4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2772"/>
            <a:ext cx="4932363" cy="1177866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1C32C4-FE73-FBDE-6E28-1D416A24AF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854BF3-3C62-4173-ACC0-A950CABA63A3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tx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tx1"/>
              </a:solidFill>
            </a:endParaRPr>
          </a:p>
        </p:txBody>
      </p:sp>
      <p:pic>
        <p:nvPicPr>
          <p:cNvPr id="5" name="Picture Placeholder 6" descr="A planet earth with clouds and water&#10;&#10;AI-generated content may be incorrect.">
            <a:extLst>
              <a:ext uri="{FF2B5EF4-FFF2-40B4-BE49-F238E27FC236}">
                <a16:creationId xmlns:a16="http://schemas.microsoft.com/office/drawing/2014/main" id="{34C57A9B-76DB-DA9E-9F18-0AB5AF670C3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1082" t="-149" r="-1074" b="-149"/>
          <a:stretch>
            <a:fillRect/>
          </a:stretch>
        </p:blipFill>
        <p:spPr>
          <a:xfrm>
            <a:off x="7247825" y="1416722"/>
            <a:ext cx="4052024" cy="40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742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AE9089-5269-A5C6-C902-E716DAAD5D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247" b="54593"/>
          <a:stretch>
            <a:fillRect/>
          </a:stretch>
        </p:blipFill>
        <p:spPr>
          <a:xfrm rot="16200000">
            <a:off x="6883402" y="1549398"/>
            <a:ext cx="6857998" cy="3759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8BD03-B180-3A93-EB92-247C2E595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914059"/>
            <a:ext cx="6448746" cy="4186638"/>
          </a:xfr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6F-80DA-12B0-1211-AF7BD4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2772"/>
            <a:ext cx="4932363" cy="115919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1C32C4-FE73-FBDE-6E28-1D416A24AF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854BF3-3C62-4173-ACC0-A950CABA63A3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tx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tx1"/>
              </a:solidFill>
            </a:endParaRPr>
          </a:p>
        </p:txBody>
      </p:sp>
      <p:pic>
        <p:nvPicPr>
          <p:cNvPr id="8" name="Picture Placeholder 8" descr="Low angle view of a skyscraper&#10;&#10;AI-generated content may be incorrect.">
            <a:extLst>
              <a:ext uri="{FF2B5EF4-FFF2-40B4-BE49-F238E27FC236}">
                <a16:creationId xmlns:a16="http://schemas.microsoft.com/office/drawing/2014/main" id="{44A379D8-81F8-639F-CA7D-BE841F41CA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34447" y="1835474"/>
            <a:ext cx="6657553" cy="5022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55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_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BD03-B180-3A93-EB92-247C2E59556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914059"/>
            <a:ext cx="5565169" cy="4186638"/>
          </a:xfr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6F-80DA-12B0-1211-AF7BD4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2771"/>
            <a:ext cx="4932363" cy="1087893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GB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79854BF3-3C62-4173-ACC0-A950CABA63A3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tx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tx1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780E0C4-197F-EB12-1884-CCB241A5AB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247" b="54593"/>
          <a:stretch>
            <a:fillRect/>
          </a:stretch>
        </p:blipFill>
        <p:spPr>
          <a:xfrm rot="16200000">
            <a:off x="6883402" y="1549398"/>
            <a:ext cx="6857998" cy="3759199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70730D1-C92E-F0DB-643C-7DBE03F92B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DF96F8B-1894-1222-5A77-3EB210D0F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16412" y="926510"/>
            <a:ext cx="3515129" cy="5354155"/>
          </a:xfrm>
          <a:custGeom>
            <a:avLst/>
            <a:gdLst>
              <a:gd name="connsiteX0" fmla="*/ 3515129 w 3515129"/>
              <a:gd name="connsiteY0" fmla="*/ 0 h 5354155"/>
              <a:gd name="connsiteX1" fmla="*/ 3515129 w 3515129"/>
              <a:gd name="connsiteY1" fmla="*/ 3897715 h 5354155"/>
              <a:gd name="connsiteX2" fmla="*/ 0 w 3515129"/>
              <a:gd name="connsiteY2" fmla="*/ 5354155 h 5354155"/>
              <a:gd name="connsiteX3" fmla="*/ 0 w 3515129"/>
              <a:gd name="connsiteY3" fmla="*/ 1456440 h 535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5129" h="5354155">
                <a:moveTo>
                  <a:pt x="3515129" y="0"/>
                </a:moveTo>
                <a:lnTo>
                  <a:pt x="3515129" y="3897715"/>
                </a:lnTo>
                <a:lnTo>
                  <a:pt x="0" y="5354155"/>
                </a:lnTo>
                <a:lnTo>
                  <a:pt x="0" y="1456440"/>
                </a:lnTo>
                <a:close/>
              </a:path>
            </a:pathLst>
          </a:custGeom>
          <a:pattFill prst="pct10">
            <a:fgClr>
              <a:schemeClr val="bg1"/>
            </a:fgClr>
            <a:bgClr>
              <a:schemeClr val="accent3"/>
            </a:bgClr>
          </a:pattFill>
        </p:spPr>
        <p:txBody>
          <a:bodyPr wrap="square" tIns="576000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kumimoji="0" lang="en-GB" sz="12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Segoe UI Light" panose="020B0502040204020203" pitchFamily="34" charset="0"/>
              </a:defRPr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95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5AC1985-296E-D79A-DE7D-D9D7F3BC6C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664"/>
          <a:stretch>
            <a:fillRect/>
          </a:stretch>
        </p:blipFill>
        <p:spPr>
          <a:xfrm rot="5400000">
            <a:off x="7801938" y="166551"/>
            <a:ext cx="2927838" cy="5852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628775"/>
            <a:ext cx="5580062" cy="2927838"/>
          </a:xfrm>
        </p:spPr>
        <p:txBody>
          <a:bodyPr anchor="b">
            <a:normAutofit/>
          </a:bodyPr>
          <a:lstStyle>
            <a:lvl1pPr>
              <a:lnSpc>
                <a:spcPct val="70000"/>
              </a:lnSpc>
              <a:defRPr sz="58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80AEC-321D-B9ED-4FFB-E74B66C1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0000" y="4638202"/>
            <a:ext cx="5580062" cy="170675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Tijdelijke aanduiding voor afbeelding 12">
            <a:extLst>
              <a:ext uri="{FF2B5EF4-FFF2-40B4-BE49-F238E27FC236}">
                <a16:creationId xmlns:a16="http://schemas.microsoft.com/office/drawing/2014/main" id="{F2B3795A-492E-E7DF-EB19-B12496400A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18409" y="947773"/>
            <a:ext cx="3524963" cy="4330048"/>
          </a:xfrm>
          <a:prstGeom prst="roundRect">
            <a:avLst>
              <a:gd name="adj" fmla="val 805"/>
            </a:avLst>
          </a:prstGeom>
          <a:pattFill prst="pct5">
            <a:fgClr>
              <a:schemeClr val="bg1"/>
            </a:fgClr>
            <a:bgClr>
              <a:schemeClr val="accent3"/>
            </a:bgClr>
          </a:pattFill>
          <a:ln>
            <a:noFill/>
          </a:ln>
        </p:spPr>
        <p:txBody>
          <a:bodyPr tIns="2232000"/>
          <a:lstStyle>
            <a:lvl1pPr marL="0" indent="0" algn="ctr">
              <a:buNone/>
              <a:defRPr sz="1050" b="0" baseline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9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5AC1985-296E-D79A-DE7D-D9D7F3BC6C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664"/>
          <a:stretch>
            <a:fillRect/>
          </a:stretch>
        </p:blipFill>
        <p:spPr>
          <a:xfrm rot="5400000">
            <a:off x="7801938" y="166551"/>
            <a:ext cx="2927838" cy="58522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1628775"/>
            <a:ext cx="5580062" cy="2927838"/>
          </a:xfrm>
        </p:spPr>
        <p:txBody>
          <a:bodyPr anchor="b">
            <a:normAutofit/>
          </a:bodyPr>
          <a:lstStyle>
            <a:lvl1pPr>
              <a:lnSpc>
                <a:spcPct val="70000"/>
              </a:lnSpc>
              <a:defRPr sz="5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80AEC-321D-B9ED-4FFB-E74B66C1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0000" y="4638202"/>
            <a:ext cx="5580062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60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_Light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7C99C6B-AD8F-8850-A990-96C038AFBCB1}"/>
              </a:ext>
            </a:extLst>
          </p:cNvPr>
          <p:cNvSpPr/>
          <p:nvPr userDrawn="1"/>
        </p:nvSpPr>
        <p:spPr>
          <a:xfrm>
            <a:off x="10964708" y="-64"/>
            <a:ext cx="1227292" cy="655519"/>
          </a:xfrm>
          <a:prstGeom prst="rect">
            <a:avLst/>
          </a:prstGeom>
          <a:solidFill>
            <a:schemeClr val="tx2"/>
          </a:solidFill>
          <a:ln w="63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AFB3DE5-DA00-8CC6-E9D5-617844F592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87407" y="1080"/>
            <a:ext cx="6404593" cy="6856920"/>
          </a:xfrm>
          <a:custGeom>
            <a:avLst/>
            <a:gdLst>
              <a:gd name="connsiteX0" fmla="*/ 1711873 w 6404593"/>
              <a:gd name="connsiteY0" fmla="*/ 4866005 h 6856920"/>
              <a:gd name="connsiteX1" fmla="*/ 1964322 w 6404593"/>
              <a:gd name="connsiteY1" fmla="*/ 5475796 h 6856920"/>
              <a:gd name="connsiteX2" fmla="*/ 1711873 w 6404593"/>
              <a:gd name="connsiteY2" fmla="*/ 6085650 h 6856920"/>
              <a:gd name="connsiteX3" fmla="*/ 2029243 w 6404593"/>
              <a:gd name="connsiteY3" fmla="*/ 6085650 h 6856920"/>
              <a:gd name="connsiteX4" fmla="*/ 2281693 w 6404593"/>
              <a:gd name="connsiteY4" fmla="*/ 5475796 h 6856920"/>
              <a:gd name="connsiteX5" fmla="*/ 2029243 w 6404593"/>
              <a:gd name="connsiteY5" fmla="*/ 4866005 h 6856920"/>
              <a:gd name="connsiteX6" fmla="*/ 1711936 w 6404593"/>
              <a:gd name="connsiteY6" fmla="*/ 4866005 h 6856920"/>
              <a:gd name="connsiteX7" fmla="*/ 1141799 w 6404593"/>
              <a:gd name="connsiteY7" fmla="*/ 4866005 h 6856920"/>
              <a:gd name="connsiteX8" fmla="*/ 1394248 w 6404593"/>
              <a:gd name="connsiteY8" fmla="*/ 5475796 h 6856920"/>
              <a:gd name="connsiteX9" fmla="*/ 1141799 w 6404593"/>
              <a:gd name="connsiteY9" fmla="*/ 6085650 h 6856920"/>
              <a:gd name="connsiteX10" fmla="*/ 1459169 w 6404593"/>
              <a:gd name="connsiteY10" fmla="*/ 6085650 h 6856920"/>
              <a:gd name="connsiteX11" fmla="*/ 1711619 w 6404593"/>
              <a:gd name="connsiteY11" fmla="*/ 5475796 h 6856920"/>
              <a:gd name="connsiteX12" fmla="*/ 1459169 w 6404593"/>
              <a:gd name="connsiteY12" fmla="*/ 4866005 h 6856920"/>
              <a:gd name="connsiteX13" fmla="*/ 1141862 w 6404593"/>
              <a:gd name="connsiteY13" fmla="*/ 4866005 h 6856920"/>
              <a:gd name="connsiteX14" fmla="*/ 5562079 w 6404593"/>
              <a:gd name="connsiteY14" fmla="*/ 421068 h 6856920"/>
              <a:gd name="connsiteX15" fmla="*/ 5620273 w 6404593"/>
              <a:gd name="connsiteY15" fmla="*/ 481266 h 6856920"/>
              <a:gd name="connsiteX16" fmla="*/ 5562079 w 6404593"/>
              <a:gd name="connsiteY16" fmla="*/ 541464 h 6856920"/>
              <a:gd name="connsiteX17" fmla="*/ 5503885 w 6404593"/>
              <a:gd name="connsiteY17" fmla="*/ 481647 h 6856920"/>
              <a:gd name="connsiteX18" fmla="*/ 5503885 w 6404593"/>
              <a:gd name="connsiteY18" fmla="*/ 481266 h 6856920"/>
              <a:gd name="connsiteX19" fmla="*/ 5562079 w 6404593"/>
              <a:gd name="connsiteY19" fmla="*/ 421068 h 6856920"/>
              <a:gd name="connsiteX20" fmla="*/ 5562079 w 6404593"/>
              <a:gd name="connsiteY20" fmla="*/ 377571 h 6856920"/>
              <a:gd name="connsiteX21" fmla="*/ 5456923 w 6404593"/>
              <a:gd name="connsiteY21" fmla="*/ 481267 h 6856920"/>
              <a:gd name="connsiteX22" fmla="*/ 5456923 w 6404593"/>
              <a:gd name="connsiteY22" fmla="*/ 481648 h 6856920"/>
              <a:gd name="connsiteX23" fmla="*/ 5562079 w 6404593"/>
              <a:gd name="connsiteY23" fmla="*/ 585724 h 6856920"/>
              <a:gd name="connsiteX24" fmla="*/ 5667298 w 6404593"/>
              <a:gd name="connsiteY24" fmla="*/ 481648 h 6856920"/>
              <a:gd name="connsiteX25" fmla="*/ 5562079 w 6404593"/>
              <a:gd name="connsiteY25" fmla="*/ 377571 h 6856920"/>
              <a:gd name="connsiteX26" fmla="*/ 5346881 w 6404593"/>
              <a:gd name="connsiteY26" fmla="*/ 377317 h 6856920"/>
              <a:gd name="connsiteX27" fmla="*/ 5243312 w 6404593"/>
              <a:gd name="connsiteY27" fmla="*/ 481521 h 6856920"/>
              <a:gd name="connsiteX28" fmla="*/ 5348404 w 6404593"/>
              <a:gd name="connsiteY28" fmla="*/ 586042 h 6856920"/>
              <a:gd name="connsiteX29" fmla="*/ 5440931 w 6404593"/>
              <a:gd name="connsiteY29" fmla="*/ 530606 h 6856920"/>
              <a:gd name="connsiteX30" fmla="*/ 5402347 w 6404593"/>
              <a:gd name="connsiteY30" fmla="*/ 508508 h 6856920"/>
              <a:gd name="connsiteX31" fmla="*/ 5401458 w 6404593"/>
              <a:gd name="connsiteY31" fmla="*/ 508508 h 6856920"/>
              <a:gd name="connsiteX32" fmla="*/ 5348467 w 6404593"/>
              <a:gd name="connsiteY32" fmla="*/ 542163 h 6856920"/>
              <a:gd name="connsiteX33" fmla="*/ 5290591 w 6404593"/>
              <a:gd name="connsiteY33" fmla="*/ 481711 h 6856920"/>
              <a:gd name="connsiteX34" fmla="*/ 5306774 w 6404593"/>
              <a:gd name="connsiteY34" fmla="*/ 438087 h 6856920"/>
              <a:gd name="connsiteX35" fmla="*/ 5348595 w 6404593"/>
              <a:gd name="connsiteY35" fmla="*/ 421259 h 6856920"/>
              <a:gd name="connsiteX36" fmla="*/ 5401522 w 6404593"/>
              <a:gd name="connsiteY36" fmla="*/ 456438 h 6856920"/>
              <a:gd name="connsiteX37" fmla="*/ 5441058 w 6404593"/>
              <a:gd name="connsiteY37" fmla="*/ 433769 h 6856920"/>
              <a:gd name="connsiteX38" fmla="*/ 5346881 w 6404593"/>
              <a:gd name="connsiteY38" fmla="*/ 377317 h 6856920"/>
              <a:gd name="connsiteX39" fmla="*/ 5802471 w 6404593"/>
              <a:gd name="connsiteY39" fmla="*/ 331534 h 6856920"/>
              <a:gd name="connsiteX40" fmla="*/ 5802471 w 6404593"/>
              <a:gd name="connsiteY40" fmla="*/ 530416 h 6856920"/>
              <a:gd name="connsiteX41" fmla="*/ 5802534 w 6404593"/>
              <a:gd name="connsiteY41" fmla="*/ 530416 h 6856920"/>
              <a:gd name="connsiteX42" fmla="*/ 5845498 w 6404593"/>
              <a:gd name="connsiteY42" fmla="*/ 579755 h 6856920"/>
              <a:gd name="connsiteX43" fmla="*/ 5890682 w 6404593"/>
              <a:gd name="connsiteY43" fmla="*/ 579755 h 6856920"/>
              <a:gd name="connsiteX44" fmla="*/ 5890682 w 6404593"/>
              <a:gd name="connsiteY44" fmla="*/ 543052 h 6856920"/>
              <a:gd name="connsiteX45" fmla="*/ 5863521 w 6404593"/>
              <a:gd name="connsiteY45" fmla="*/ 543052 h 6856920"/>
              <a:gd name="connsiteX46" fmla="*/ 5849496 w 6404593"/>
              <a:gd name="connsiteY46" fmla="*/ 531051 h 6856920"/>
              <a:gd name="connsiteX47" fmla="*/ 5849496 w 6404593"/>
              <a:gd name="connsiteY47" fmla="*/ 424942 h 6856920"/>
              <a:gd name="connsiteX48" fmla="*/ 5887255 w 6404593"/>
              <a:gd name="connsiteY48" fmla="*/ 424942 h 6856920"/>
              <a:gd name="connsiteX49" fmla="*/ 5887255 w 6404593"/>
              <a:gd name="connsiteY49" fmla="*/ 388176 h 6856920"/>
              <a:gd name="connsiteX50" fmla="*/ 5849496 w 6404593"/>
              <a:gd name="connsiteY50" fmla="*/ 388176 h 6856920"/>
              <a:gd name="connsiteX51" fmla="*/ 5849496 w 6404593"/>
              <a:gd name="connsiteY51" fmla="*/ 331534 h 6856920"/>
              <a:gd name="connsiteX52" fmla="*/ 5695602 w 6404593"/>
              <a:gd name="connsiteY52" fmla="*/ 331534 h 6856920"/>
              <a:gd name="connsiteX53" fmla="*/ 5695602 w 6404593"/>
              <a:gd name="connsiteY53" fmla="*/ 530416 h 6856920"/>
              <a:gd name="connsiteX54" fmla="*/ 5695665 w 6404593"/>
              <a:gd name="connsiteY54" fmla="*/ 530416 h 6856920"/>
              <a:gd name="connsiteX55" fmla="*/ 5738692 w 6404593"/>
              <a:gd name="connsiteY55" fmla="*/ 579755 h 6856920"/>
              <a:gd name="connsiteX56" fmla="*/ 5776198 w 6404593"/>
              <a:gd name="connsiteY56" fmla="*/ 579755 h 6856920"/>
              <a:gd name="connsiteX57" fmla="*/ 5776198 w 6404593"/>
              <a:gd name="connsiteY57" fmla="*/ 543052 h 6856920"/>
              <a:gd name="connsiteX58" fmla="*/ 5756652 w 6404593"/>
              <a:gd name="connsiteY58" fmla="*/ 543052 h 6856920"/>
              <a:gd name="connsiteX59" fmla="*/ 5742627 w 6404593"/>
              <a:gd name="connsiteY59" fmla="*/ 531051 h 6856920"/>
              <a:gd name="connsiteX60" fmla="*/ 5742627 w 6404593"/>
              <a:gd name="connsiteY60" fmla="*/ 331534 h 6856920"/>
              <a:gd name="connsiteX61" fmla="*/ 0 w 6404593"/>
              <a:gd name="connsiteY61" fmla="*/ 0 h 6856920"/>
              <a:gd name="connsiteX62" fmla="*/ 6404593 w 6404593"/>
              <a:gd name="connsiteY62" fmla="*/ 0 h 6856920"/>
              <a:gd name="connsiteX63" fmla="*/ 6404593 w 6404593"/>
              <a:gd name="connsiteY63" fmla="*/ 6856920 h 6856920"/>
              <a:gd name="connsiteX64" fmla="*/ 0 w 6404593"/>
              <a:gd name="connsiteY64" fmla="*/ 6856920 h 6856920"/>
              <a:gd name="connsiteX65" fmla="*/ 697949 w 6404593"/>
              <a:gd name="connsiteY65" fmla="*/ 5170869 h 6856920"/>
              <a:gd name="connsiteX66" fmla="*/ 697949 w 6404593"/>
              <a:gd name="connsiteY66" fmla="*/ 5170805 h 6856920"/>
              <a:gd name="connsiteX67" fmla="*/ 824174 w 6404593"/>
              <a:gd name="connsiteY67" fmla="*/ 5475732 h 6856920"/>
              <a:gd name="connsiteX68" fmla="*/ 571724 w 6404593"/>
              <a:gd name="connsiteY68" fmla="*/ 6085586 h 6856920"/>
              <a:gd name="connsiteX69" fmla="*/ 889095 w 6404593"/>
              <a:gd name="connsiteY69" fmla="*/ 6085586 h 6856920"/>
              <a:gd name="connsiteX70" fmla="*/ 1141545 w 6404593"/>
              <a:gd name="connsiteY70" fmla="*/ 5475732 h 6856920"/>
              <a:gd name="connsiteX71" fmla="*/ 889095 w 6404593"/>
              <a:gd name="connsiteY71" fmla="*/ 4865942 h 6856920"/>
              <a:gd name="connsiteX72" fmla="*/ 824174 w 6404593"/>
              <a:gd name="connsiteY72" fmla="*/ 4865942 h 6856920"/>
              <a:gd name="connsiteX73" fmla="*/ 1419252 w 6404593"/>
              <a:gd name="connsiteY73" fmla="*/ 3428428 h 6856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404593" h="6856920">
                <a:moveTo>
                  <a:pt x="1711873" y="4866005"/>
                </a:moveTo>
                <a:lnTo>
                  <a:pt x="1964322" y="5475796"/>
                </a:lnTo>
                <a:lnTo>
                  <a:pt x="1711873" y="6085650"/>
                </a:lnTo>
                <a:lnTo>
                  <a:pt x="2029243" y="6085650"/>
                </a:lnTo>
                <a:lnTo>
                  <a:pt x="2281693" y="5475796"/>
                </a:lnTo>
                <a:lnTo>
                  <a:pt x="2029243" y="4866005"/>
                </a:lnTo>
                <a:lnTo>
                  <a:pt x="1711936" y="4866005"/>
                </a:lnTo>
                <a:close/>
                <a:moveTo>
                  <a:pt x="1141799" y="4866005"/>
                </a:moveTo>
                <a:lnTo>
                  <a:pt x="1394248" y="5475796"/>
                </a:lnTo>
                <a:lnTo>
                  <a:pt x="1141799" y="6085650"/>
                </a:lnTo>
                <a:lnTo>
                  <a:pt x="1459169" y="6085650"/>
                </a:lnTo>
                <a:lnTo>
                  <a:pt x="1711619" y="5475796"/>
                </a:lnTo>
                <a:lnTo>
                  <a:pt x="1459169" y="4866005"/>
                </a:lnTo>
                <a:lnTo>
                  <a:pt x="1141862" y="4866005"/>
                </a:lnTo>
                <a:close/>
                <a:moveTo>
                  <a:pt x="5562079" y="421068"/>
                </a:moveTo>
                <a:cubicBezTo>
                  <a:pt x="5594254" y="421068"/>
                  <a:pt x="5620273" y="446595"/>
                  <a:pt x="5620273" y="481266"/>
                </a:cubicBezTo>
                <a:cubicBezTo>
                  <a:pt x="5620273" y="515937"/>
                  <a:pt x="5594254" y="541464"/>
                  <a:pt x="5562079" y="541464"/>
                </a:cubicBezTo>
                <a:cubicBezTo>
                  <a:pt x="5529968" y="541464"/>
                  <a:pt x="5503885" y="515937"/>
                  <a:pt x="5503885" y="481647"/>
                </a:cubicBezTo>
                <a:lnTo>
                  <a:pt x="5503885" y="481266"/>
                </a:lnTo>
                <a:cubicBezTo>
                  <a:pt x="5503885" y="446595"/>
                  <a:pt x="5529904" y="421068"/>
                  <a:pt x="5562079" y="421068"/>
                </a:cubicBezTo>
                <a:close/>
                <a:moveTo>
                  <a:pt x="5562079" y="377571"/>
                </a:moveTo>
                <a:cubicBezTo>
                  <a:pt x="5493731" y="377571"/>
                  <a:pt x="5456923" y="430975"/>
                  <a:pt x="5456923" y="481267"/>
                </a:cubicBezTo>
                <a:lnTo>
                  <a:pt x="5456923" y="481648"/>
                </a:lnTo>
                <a:cubicBezTo>
                  <a:pt x="5456923" y="532384"/>
                  <a:pt x="5493604" y="585724"/>
                  <a:pt x="5562079" y="585724"/>
                </a:cubicBezTo>
                <a:cubicBezTo>
                  <a:pt x="5630554" y="585724"/>
                  <a:pt x="5667298" y="532321"/>
                  <a:pt x="5667298" y="481648"/>
                </a:cubicBezTo>
                <a:cubicBezTo>
                  <a:pt x="5667298" y="430975"/>
                  <a:pt x="5630427" y="377571"/>
                  <a:pt x="5562079" y="377571"/>
                </a:cubicBezTo>
                <a:close/>
                <a:moveTo>
                  <a:pt x="5346881" y="377317"/>
                </a:moveTo>
                <a:cubicBezTo>
                  <a:pt x="5287925" y="377317"/>
                  <a:pt x="5243312" y="425260"/>
                  <a:pt x="5243312" y="481521"/>
                </a:cubicBezTo>
                <a:cubicBezTo>
                  <a:pt x="5243312" y="537782"/>
                  <a:pt x="5286402" y="586042"/>
                  <a:pt x="5348404" y="586042"/>
                </a:cubicBezTo>
                <a:cubicBezTo>
                  <a:pt x="5390225" y="586042"/>
                  <a:pt x="5423987" y="562991"/>
                  <a:pt x="5440931" y="530606"/>
                </a:cubicBezTo>
                <a:lnTo>
                  <a:pt x="5402347" y="508508"/>
                </a:lnTo>
                <a:lnTo>
                  <a:pt x="5401458" y="508508"/>
                </a:lnTo>
                <a:cubicBezTo>
                  <a:pt x="5394287" y="524701"/>
                  <a:pt x="5377724" y="542100"/>
                  <a:pt x="5348467" y="542163"/>
                </a:cubicBezTo>
                <a:cubicBezTo>
                  <a:pt x="5315214" y="542163"/>
                  <a:pt x="5290591" y="516890"/>
                  <a:pt x="5290591" y="481711"/>
                </a:cubicBezTo>
                <a:cubicBezTo>
                  <a:pt x="5290591" y="464503"/>
                  <a:pt x="5296747" y="448564"/>
                  <a:pt x="5306774" y="438087"/>
                </a:cubicBezTo>
                <a:cubicBezTo>
                  <a:pt x="5318133" y="426720"/>
                  <a:pt x="5331396" y="420814"/>
                  <a:pt x="5348595" y="421259"/>
                </a:cubicBezTo>
                <a:cubicBezTo>
                  <a:pt x="5374233" y="421132"/>
                  <a:pt x="5393018" y="435737"/>
                  <a:pt x="5401522" y="456438"/>
                </a:cubicBezTo>
                <a:lnTo>
                  <a:pt x="5441058" y="433769"/>
                </a:lnTo>
                <a:cubicBezTo>
                  <a:pt x="5423606" y="399034"/>
                  <a:pt x="5387687" y="377317"/>
                  <a:pt x="5346881" y="377317"/>
                </a:cubicBezTo>
                <a:close/>
                <a:moveTo>
                  <a:pt x="5802471" y="331534"/>
                </a:moveTo>
                <a:lnTo>
                  <a:pt x="5802471" y="530416"/>
                </a:lnTo>
                <a:lnTo>
                  <a:pt x="5802534" y="530416"/>
                </a:lnTo>
                <a:cubicBezTo>
                  <a:pt x="5802534" y="530416"/>
                  <a:pt x="5799742" y="579819"/>
                  <a:pt x="5845498" y="579755"/>
                </a:cubicBezTo>
                <a:lnTo>
                  <a:pt x="5890682" y="579755"/>
                </a:lnTo>
                <a:lnTo>
                  <a:pt x="5890682" y="543052"/>
                </a:lnTo>
                <a:lnTo>
                  <a:pt x="5863521" y="543052"/>
                </a:lnTo>
                <a:cubicBezTo>
                  <a:pt x="5863521" y="543052"/>
                  <a:pt x="5849876" y="543179"/>
                  <a:pt x="5849496" y="531051"/>
                </a:cubicBezTo>
                <a:lnTo>
                  <a:pt x="5849496" y="424942"/>
                </a:lnTo>
                <a:lnTo>
                  <a:pt x="5887255" y="424942"/>
                </a:lnTo>
                <a:lnTo>
                  <a:pt x="5887255" y="388176"/>
                </a:lnTo>
                <a:lnTo>
                  <a:pt x="5849496" y="388176"/>
                </a:lnTo>
                <a:lnTo>
                  <a:pt x="5849496" y="331534"/>
                </a:lnTo>
                <a:close/>
                <a:moveTo>
                  <a:pt x="5695602" y="331534"/>
                </a:moveTo>
                <a:lnTo>
                  <a:pt x="5695602" y="530416"/>
                </a:lnTo>
                <a:lnTo>
                  <a:pt x="5695665" y="530416"/>
                </a:lnTo>
                <a:cubicBezTo>
                  <a:pt x="5695665" y="530416"/>
                  <a:pt x="5692048" y="579755"/>
                  <a:pt x="5738692" y="579755"/>
                </a:cubicBezTo>
                <a:lnTo>
                  <a:pt x="5776198" y="579755"/>
                </a:lnTo>
                <a:lnTo>
                  <a:pt x="5776198" y="543052"/>
                </a:lnTo>
                <a:lnTo>
                  <a:pt x="5756652" y="543052"/>
                </a:lnTo>
                <a:cubicBezTo>
                  <a:pt x="5756652" y="543052"/>
                  <a:pt x="5743008" y="543179"/>
                  <a:pt x="5742627" y="531051"/>
                </a:cubicBezTo>
                <a:lnTo>
                  <a:pt x="5742627" y="331534"/>
                </a:lnTo>
                <a:close/>
                <a:moveTo>
                  <a:pt x="0" y="0"/>
                </a:moveTo>
                <a:lnTo>
                  <a:pt x="6404593" y="0"/>
                </a:lnTo>
                <a:lnTo>
                  <a:pt x="6404593" y="6856920"/>
                </a:lnTo>
                <a:lnTo>
                  <a:pt x="0" y="6856920"/>
                </a:lnTo>
                <a:lnTo>
                  <a:pt x="697949" y="5170869"/>
                </a:lnTo>
                <a:lnTo>
                  <a:pt x="697949" y="5170805"/>
                </a:lnTo>
                <a:lnTo>
                  <a:pt x="824174" y="5475732"/>
                </a:lnTo>
                <a:lnTo>
                  <a:pt x="571724" y="6085586"/>
                </a:lnTo>
                <a:lnTo>
                  <a:pt x="889095" y="6085586"/>
                </a:lnTo>
                <a:lnTo>
                  <a:pt x="1141545" y="5475732"/>
                </a:lnTo>
                <a:lnTo>
                  <a:pt x="889095" y="4865942"/>
                </a:lnTo>
                <a:lnTo>
                  <a:pt x="824174" y="4865942"/>
                </a:lnTo>
                <a:lnTo>
                  <a:pt x="1419252" y="3428428"/>
                </a:lnTo>
                <a:close/>
              </a:path>
            </a:pathLst>
          </a:custGeom>
          <a:pattFill prst="pct10">
            <a:fgClr>
              <a:schemeClr val="accent3"/>
            </a:fgClr>
            <a:bgClr>
              <a:schemeClr val="bg2"/>
            </a:bgClr>
          </a:pattFill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C5ADBA68-B969-9AE6-B5E9-AC5C99B65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71371" t="-126189" r="-32059" b="25517"/>
          <a:stretch>
            <a:fillRect/>
          </a:stretch>
        </p:blipFill>
        <p:spPr>
          <a:xfrm rot="5400000">
            <a:off x="5563837" y="227361"/>
            <a:ext cx="6856858" cy="6402134"/>
          </a:xfrm>
          <a:custGeom>
            <a:avLst/>
            <a:gdLst>
              <a:gd name="connsiteX0" fmla="*/ 0 w 6856858"/>
              <a:gd name="connsiteY0" fmla="*/ 6402134 h 6402134"/>
              <a:gd name="connsiteX1" fmla="*/ 0 w 6856858"/>
              <a:gd name="connsiteY1" fmla="*/ 64 h 6402134"/>
              <a:gd name="connsiteX2" fmla="*/ 6856858 w 6856858"/>
              <a:gd name="connsiteY2" fmla="*/ 0 h 6402134"/>
              <a:gd name="connsiteX3" fmla="*/ 6856857 w 6856858"/>
              <a:gd name="connsiteY3" fmla="*/ 6402134 h 6402134"/>
              <a:gd name="connsiteX4" fmla="*/ 6420207 w 6856858"/>
              <a:gd name="connsiteY4" fmla="*/ 6221445 h 6402134"/>
              <a:gd name="connsiteX5" fmla="*/ 6420208 w 6856858"/>
              <a:gd name="connsiteY5" fmla="*/ 4025879 h 6402134"/>
              <a:gd name="connsiteX6" fmla="*/ 5058179 w 6856858"/>
              <a:gd name="connsiteY6" fmla="*/ 4025879 h 6402134"/>
              <a:gd name="connsiteX7" fmla="*/ 5058178 w 6856858"/>
              <a:gd name="connsiteY7" fmla="*/ 5657828 h 6402134"/>
              <a:gd name="connsiteX8" fmla="*/ 3428428 w 6856858"/>
              <a:gd name="connsiteY8" fmla="*/ 4983427 h 6402134"/>
              <a:gd name="connsiteX9" fmla="*/ 0 w 6856858"/>
              <a:gd name="connsiteY9" fmla="*/ 6402134 h 64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6858" h="6402134">
                <a:moveTo>
                  <a:pt x="0" y="6402134"/>
                </a:moveTo>
                <a:lnTo>
                  <a:pt x="0" y="64"/>
                </a:lnTo>
                <a:lnTo>
                  <a:pt x="6856858" y="0"/>
                </a:lnTo>
                <a:lnTo>
                  <a:pt x="6856857" y="6402134"/>
                </a:lnTo>
                <a:lnTo>
                  <a:pt x="6420207" y="6221445"/>
                </a:lnTo>
                <a:lnTo>
                  <a:pt x="6420208" y="4025879"/>
                </a:lnTo>
                <a:lnTo>
                  <a:pt x="5058179" y="4025879"/>
                </a:lnTo>
                <a:lnTo>
                  <a:pt x="5058178" y="5657828"/>
                </a:lnTo>
                <a:lnTo>
                  <a:pt x="3428428" y="4983427"/>
                </a:lnTo>
                <a:lnTo>
                  <a:pt x="0" y="6402134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5D957CE-CFBA-107D-AD2C-425D0FE8E52F}"/>
              </a:ext>
            </a:extLst>
          </p:cNvPr>
          <p:cNvGrpSpPr>
            <a:grpSpLocks/>
          </p:cNvGrpSpPr>
          <p:nvPr userDrawn="1"/>
        </p:nvGrpSpPr>
        <p:grpSpPr>
          <a:xfrm>
            <a:off x="5217583" y="4864925"/>
            <a:ext cx="2850116" cy="1219644"/>
            <a:chOff x="5217583" y="4868100"/>
            <a:chExt cx="2850116" cy="1219644"/>
          </a:xfrm>
          <a:noFill/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D72AEAA-85E6-8A65-577B-20374B1D636C}"/>
                </a:ext>
              </a:extLst>
            </p:cNvPr>
            <p:cNvSpPr>
              <a:spLocks/>
            </p:cNvSpPr>
            <p:nvPr userDrawn="1"/>
          </p:nvSpPr>
          <p:spPr>
            <a:xfrm>
              <a:off x="5217583" y="4868100"/>
              <a:ext cx="569756" cy="1219644"/>
            </a:xfrm>
            <a:custGeom>
              <a:avLst/>
              <a:gdLst>
                <a:gd name="connsiteX0" fmla="*/ 0 w 569756"/>
                <a:gd name="connsiteY0" fmla="*/ 0 h 1219644"/>
                <a:gd name="connsiteX1" fmla="*/ 252450 w 569756"/>
                <a:gd name="connsiteY1" fmla="*/ 609790 h 1219644"/>
                <a:gd name="connsiteX2" fmla="*/ 0 w 569756"/>
                <a:gd name="connsiteY2" fmla="*/ 1219645 h 1219644"/>
                <a:gd name="connsiteX3" fmla="*/ 317371 w 569756"/>
                <a:gd name="connsiteY3" fmla="*/ 1219645 h 1219644"/>
                <a:gd name="connsiteX4" fmla="*/ 569757 w 569756"/>
                <a:gd name="connsiteY4" fmla="*/ 609790 h 1219644"/>
                <a:gd name="connsiteX5" fmla="*/ 317307 w 569756"/>
                <a:gd name="connsiteY5" fmla="*/ 0 h 1219644"/>
                <a:gd name="connsiteX6" fmla="*/ 0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F6953D6-1F10-0229-156C-0248DF6168E6}"/>
                </a:ext>
              </a:extLst>
            </p:cNvPr>
            <p:cNvSpPr>
              <a:spLocks/>
            </p:cNvSpPr>
            <p:nvPr userDrawn="1"/>
          </p:nvSpPr>
          <p:spPr>
            <a:xfrm>
              <a:off x="5787657" y="4868100"/>
              <a:ext cx="569820" cy="1219644"/>
            </a:xfrm>
            <a:custGeom>
              <a:avLst/>
              <a:gdLst>
                <a:gd name="connsiteX0" fmla="*/ 0 w 569820"/>
                <a:gd name="connsiteY0" fmla="*/ 0 h 1219644"/>
                <a:gd name="connsiteX1" fmla="*/ 252450 w 569820"/>
                <a:gd name="connsiteY1" fmla="*/ 609790 h 1219644"/>
                <a:gd name="connsiteX2" fmla="*/ 0 w 569820"/>
                <a:gd name="connsiteY2" fmla="*/ 1219645 h 1219644"/>
                <a:gd name="connsiteX3" fmla="*/ 317371 w 569820"/>
                <a:gd name="connsiteY3" fmla="*/ 1219645 h 1219644"/>
                <a:gd name="connsiteX4" fmla="*/ 569820 w 569820"/>
                <a:gd name="connsiteY4" fmla="*/ 609790 h 1219644"/>
                <a:gd name="connsiteX5" fmla="*/ 317371 w 569820"/>
                <a:gd name="connsiteY5" fmla="*/ 0 h 1219644"/>
                <a:gd name="connsiteX6" fmla="*/ 0 w 569820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820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820" y="609790"/>
                  </a:lnTo>
                  <a:lnTo>
                    <a:pt x="31737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9E32EF8-B332-6150-3A8A-9C2FC59776E9}"/>
                </a:ext>
              </a:extLst>
            </p:cNvPr>
            <p:cNvSpPr>
              <a:spLocks/>
            </p:cNvSpPr>
            <p:nvPr userDrawn="1"/>
          </p:nvSpPr>
          <p:spPr>
            <a:xfrm>
              <a:off x="6357794" y="4868100"/>
              <a:ext cx="569756" cy="1219644"/>
            </a:xfrm>
            <a:custGeom>
              <a:avLst/>
              <a:gdLst>
                <a:gd name="connsiteX0" fmla="*/ 252386 w 569756"/>
                <a:gd name="connsiteY0" fmla="*/ 0 h 1219644"/>
                <a:gd name="connsiteX1" fmla="*/ 0 w 569756"/>
                <a:gd name="connsiteY1" fmla="*/ 0 h 1219644"/>
                <a:gd name="connsiteX2" fmla="*/ 126161 w 569756"/>
                <a:gd name="connsiteY2" fmla="*/ 304864 h 1219644"/>
                <a:gd name="connsiteX3" fmla="*/ 252386 w 569756"/>
                <a:gd name="connsiteY3" fmla="*/ 609790 h 1219644"/>
                <a:gd name="connsiteX4" fmla="*/ 0 w 569756"/>
                <a:gd name="connsiteY4" fmla="*/ 1219645 h 1219644"/>
                <a:gd name="connsiteX5" fmla="*/ 317307 w 569756"/>
                <a:gd name="connsiteY5" fmla="*/ 1219645 h 1219644"/>
                <a:gd name="connsiteX6" fmla="*/ 569757 w 569756"/>
                <a:gd name="connsiteY6" fmla="*/ 609790 h 1219644"/>
                <a:gd name="connsiteX7" fmla="*/ 317307 w 569756"/>
                <a:gd name="connsiteY7" fmla="*/ 0 h 1219644"/>
                <a:gd name="connsiteX8" fmla="*/ 252386 w 569756"/>
                <a:gd name="connsiteY8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9756" h="1219644">
                  <a:moveTo>
                    <a:pt x="252386" y="0"/>
                  </a:moveTo>
                  <a:lnTo>
                    <a:pt x="0" y="0"/>
                  </a:lnTo>
                  <a:lnTo>
                    <a:pt x="126161" y="304864"/>
                  </a:lnTo>
                  <a:lnTo>
                    <a:pt x="252386" y="609790"/>
                  </a:lnTo>
                  <a:lnTo>
                    <a:pt x="0" y="1219645"/>
                  </a:lnTo>
                  <a:lnTo>
                    <a:pt x="317307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252386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CA13069-AB61-DB3C-729D-5E42A2829D04}"/>
                </a:ext>
              </a:extLst>
            </p:cNvPr>
            <p:cNvSpPr>
              <a:spLocks/>
            </p:cNvSpPr>
            <p:nvPr userDrawn="1"/>
          </p:nvSpPr>
          <p:spPr>
            <a:xfrm>
              <a:off x="6927869" y="4868100"/>
              <a:ext cx="569756" cy="1219644"/>
            </a:xfrm>
            <a:custGeom>
              <a:avLst/>
              <a:gdLst>
                <a:gd name="connsiteX0" fmla="*/ 0 w 569756"/>
                <a:gd name="connsiteY0" fmla="*/ 0 h 1219644"/>
                <a:gd name="connsiteX1" fmla="*/ 252450 w 569756"/>
                <a:gd name="connsiteY1" fmla="*/ 609790 h 1219644"/>
                <a:gd name="connsiteX2" fmla="*/ 0 w 569756"/>
                <a:gd name="connsiteY2" fmla="*/ 1219645 h 1219644"/>
                <a:gd name="connsiteX3" fmla="*/ 317307 w 569756"/>
                <a:gd name="connsiteY3" fmla="*/ 1219645 h 1219644"/>
                <a:gd name="connsiteX4" fmla="*/ 569757 w 569756"/>
                <a:gd name="connsiteY4" fmla="*/ 609790 h 1219644"/>
                <a:gd name="connsiteX5" fmla="*/ 317307 w 569756"/>
                <a:gd name="connsiteY5" fmla="*/ 0 h 1219644"/>
                <a:gd name="connsiteX6" fmla="*/ 0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07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7422F41-DEE0-E104-A115-50DE227721DF}"/>
                </a:ext>
              </a:extLst>
            </p:cNvPr>
            <p:cNvSpPr>
              <a:spLocks/>
            </p:cNvSpPr>
            <p:nvPr userDrawn="1"/>
          </p:nvSpPr>
          <p:spPr>
            <a:xfrm>
              <a:off x="7497943" y="4868100"/>
              <a:ext cx="569756" cy="1219644"/>
            </a:xfrm>
            <a:custGeom>
              <a:avLst/>
              <a:gdLst>
                <a:gd name="connsiteX0" fmla="*/ 317371 w 569756"/>
                <a:gd name="connsiteY0" fmla="*/ 0 h 1219644"/>
                <a:gd name="connsiteX1" fmla="*/ 0 w 569756"/>
                <a:gd name="connsiteY1" fmla="*/ 0 h 1219644"/>
                <a:gd name="connsiteX2" fmla="*/ 252450 w 569756"/>
                <a:gd name="connsiteY2" fmla="*/ 609790 h 1219644"/>
                <a:gd name="connsiteX3" fmla="*/ 0 w 569756"/>
                <a:gd name="connsiteY3" fmla="*/ 1219645 h 1219644"/>
                <a:gd name="connsiteX4" fmla="*/ 317371 w 569756"/>
                <a:gd name="connsiteY4" fmla="*/ 1219645 h 1219644"/>
                <a:gd name="connsiteX5" fmla="*/ 569757 w 569756"/>
                <a:gd name="connsiteY5" fmla="*/ 609790 h 1219644"/>
                <a:gd name="connsiteX6" fmla="*/ 317371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317371" y="0"/>
                  </a:moveTo>
                  <a:lnTo>
                    <a:pt x="0" y="0"/>
                  </a:ln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757" y="609790"/>
                  </a:lnTo>
                  <a:lnTo>
                    <a:pt x="317371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0A91E7D-307C-0AA4-FCE5-C9D01E3E7DD2}"/>
              </a:ext>
            </a:extLst>
          </p:cNvPr>
          <p:cNvGrpSpPr>
            <a:grpSpLocks/>
          </p:cNvGrpSpPr>
          <p:nvPr userDrawn="1"/>
        </p:nvGrpSpPr>
        <p:grpSpPr>
          <a:xfrm>
            <a:off x="5221936" y="4864925"/>
            <a:ext cx="2850116" cy="1219644"/>
            <a:chOff x="5217583" y="4868100"/>
            <a:chExt cx="2850116" cy="1219644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A0369902-D3AE-0B02-E577-0661C0E1E4F3}"/>
                </a:ext>
              </a:extLst>
            </p:cNvPr>
            <p:cNvSpPr>
              <a:spLocks/>
            </p:cNvSpPr>
            <p:nvPr userDrawn="1"/>
          </p:nvSpPr>
          <p:spPr>
            <a:xfrm>
              <a:off x="5217583" y="4868100"/>
              <a:ext cx="569756" cy="1219644"/>
            </a:xfrm>
            <a:custGeom>
              <a:avLst/>
              <a:gdLst>
                <a:gd name="connsiteX0" fmla="*/ 0 w 569756"/>
                <a:gd name="connsiteY0" fmla="*/ 0 h 1219644"/>
                <a:gd name="connsiteX1" fmla="*/ 252450 w 569756"/>
                <a:gd name="connsiteY1" fmla="*/ 609790 h 1219644"/>
                <a:gd name="connsiteX2" fmla="*/ 0 w 569756"/>
                <a:gd name="connsiteY2" fmla="*/ 1219645 h 1219644"/>
                <a:gd name="connsiteX3" fmla="*/ 317371 w 569756"/>
                <a:gd name="connsiteY3" fmla="*/ 1219645 h 1219644"/>
                <a:gd name="connsiteX4" fmla="*/ 569757 w 569756"/>
                <a:gd name="connsiteY4" fmla="*/ 609790 h 1219644"/>
                <a:gd name="connsiteX5" fmla="*/ 317307 w 569756"/>
                <a:gd name="connsiteY5" fmla="*/ 0 h 1219644"/>
                <a:gd name="connsiteX6" fmla="*/ 0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758D3038-7D4B-F218-8D16-49C97FFB3C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787657" y="4868100"/>
              <a:ext cx="569820" cy="1219644"/>
            </a:xfrm>
            <a:custGeom>
              <a:avLst/>
              <a:gdLst>
                <a:gd name="connsiteX0" fmla="*/ 0 w 569820"/>
                <a:gd name="connsiteY0" fmla="*/ 0 h 1219644"/>
                <a:gd name="connsiteX1" fmla="*/ 252450 w 569820"/>
                <a:gd name="connsiteY1" fmla="*/ 609790 h 1219644"/>
                <a:gd name="connsiteX2" fmla="*/ 0 w 569820"/>
                <a:gd name="connsiteY2" fmla="*/ 1219645 h 1219644"/>
                <a:gd name="connsiteX3" fmla="*/ 317371 w 569820"/>
                <a:gd name="connsiteY3" fmla="*/ 1219645 h 1219644"/>
                <a:gd name="connsiteX4" fmla="*/ 569820 w 569820"/>
                <a:gd name="connsiteY4" fmla="*/ 609790 h 1219644"/>
                <a:gd name="connsiteX5" fmla="*/ 317371 w 569820"/>
                <a:gd name="connsiteY5" fmla="*/ 0 h 1219644"/>
                <a:gd name="connsiteX6" fmla="*/ 0 w 569820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820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820" y="609790"/>
                  </a:lnTo>
                  <a:lnTo>
                    <a:pt x="31737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FAF9C32-7DDF-A003-40FA-1A796DB8ACF4}"/>
                </a:ext>
              </a:extLst>
            </p:cNvPr>
            <p:cNvSpPr>
              <a:spLocks/>
            </p:cNvSpPr>
            <p:nvPr userDrawn="1"/>
          </p:nvSpPr>
          <p:spPr>
            <a:xfrm>
              <a:off x="6357794" y="4868100"/>
              <a:ext cx="569756" cy="1219644"/>
            </a:xfrm>
            <a:custGeom>
              <a:avLst/>
              <a:gdLst>
                <a:gd name="connsiteX0" fmla="*/ 252386 w 569756"/>
                <a:gd name="connsiteY0" fmla="*/ 0 h 1219644"/>
                <a:gd name="connsiteX1" fmla="*/ 0 w 569756"/>
                <a:gd name="connsiteY1" fmla="*/ 0 h 1219644"/>
                <a:gd name="connsiteX2" fmla="*/ 126161 w 569756"/>
                <a:gd name="connsiteY2" fmla="*/ 304864 h 1219644"/>
                <a:gd name="connsiteX3" fmla="*/ 252386 w 569756"/>
                <a:gd name="connsiteY3" fmla="*/ 609790 h 1219644"/>
                <a:gd name="connsiteX4" fmla="*/ 0 w 569756"/>
                <a:gd name="connsiteY4" fmla="*/ 1219645 h 1219644"/>
                <a:gd name="connsiteX5" fmla="*/ 317307 w 569756"/>
                <a:gd name="connsiteY5" fmla="*/ 1219645 h 1219644"/>
                <a:gd name="connsiteX6" fmla="*/ 569757 w 569756"/>
                <a:gd name="connsiteY6" fmla="*/ 609790 h 1219644"/>
                <a:gd name="connsiteX7" fmla="*/ 317307 w 569756"/>
                <a:gd name="connsiteY7" fmla="*/ 0 h 1219644"/>
                <a:gd name="connsiteX8" fmla="*/ 252386 w 569756"/>
                <a:gd name="connsiteY8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9756" h="1219644">
                  <a:moveTo>
                    <a:pt x="252386" y="0"/>
                  </a:moveTo>
                  <a:lnTo>
                    <a:pt x="0" y="0"/>
                  </a:lnTo>
                  <a:lnTo>
                    <a:pt x="126161" y="304864"/>
                  </a:lnTo>
                  <a:lnTo>
                    <a:pt x="252386" y="609790"/>
                  </a:lnTo>
                  <a:lnTo>
                    <a:pt x="0" y="1219645"/>
                  </a:lnTo>
                  <a:lnTo>
                    <a:pt x="317307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252386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B400D1-89E2-3AFE-218B-4D467E0060E1}"/>
                </a:ext>
              </a:extLst>
            </p:cNvPr>
            <p:cNvSpPr>
              <a:spLocks/>
            </p:cNvSpPr>
            <p:nvPr userDrawn="1"/>
          </p:nvSpPr>
          <p:spPr>
            <a:xfrm>
              <a:off x="6927869" y="4868100"/>
              <a:ext cx="569756" cy="1219644"/>
            </a:xfrm>
            <a:custGeom>
              <a:avLst/>
              <a:gdLst>
                <a:gd name="connsiteX0" fmla="*/ 0 w 569756"/>
                <a:gd name="connsiteY0" fmla="*/ 0 h 1219644"/>
                <a:gd name="connsiteX1" fmla="*/ 252450 w 569756"/>
                <a:gd name="connsiteY1" fmla="*/ 609790 h 1219644"/>
                <a:gd name="connsiteX2" fmla="*/ 0 w 569756"/>
                <a:gd name="connsiteY2" fmla="*/ 1219645 h 1219644"/>
                <a:gd name="connsiteX3" fmla="*/ 317307 w 569756"/>
                <a:gd name="connsiteY3" fmla="*/ 1219645 h 1219644"/>
                <a:gd name="connsiteX4" fmla="*/ 569757 w 569756"/>
                <a:gd name="connsiteY4" fmla="*/ 609790 h 1219644"/>
                <a:gd name="connsiteX5" fmla="*/ 317307 w 569756"/>
                <a:gd name="connsiteY5" fmla="*/ 0 h 1219644"/>
                <a:gd name="connsiteX6" fmla="*/ 0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07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988DF0B6-5F6B-E317-204E-D806163DEACD}"/>
                </a:ext>
              </a:extLst>
            </p:cNvPr>
            <p:cNvSpPr>
              <a:spLocks/>
            </p:cNvSpPr>
            <p:nvPr userDrawn="1"/>
          </p:nvSpPr>
          <p:spPr>
            <a:xfrm>
              <a:off x="7497943" y="4868100"/>
              <a:ext cx="569756" cy="1219644"/>
            </a:xfrm>
            <a:custGeom>
              <a:avLst/>
              <a:gdLst>
                <a:gd name="connsiteX0" fmla="*/ 317371 w 569756"/>
                <a:gd name="connsiteY0" fmla="*/ 0 h 1219644"/>
                <a:gd name="connsiteX1" fmla="*/ 0 w 569756"/>
                <a:gd name="connsiteY1" fmla="*/ 0 h 1219644"/>
                <a:gd name="connsiteX2" fmla="*/ 252450 w 569756"/>
                <a:gd name="connsiteY2" fmla="*/ 609790 h 1219644"/>
                <a:gd name="connsiteX3" fmla="*/ 0 w 569756"/>
                <a:gd name="connsiteY3" fmla="*/ 1219645 h 1219644"/>
                <a:gd name="connsiteX4" fmla="*/ 317371 w 569756"/>
                <a:gd name="connsiteY4" fmla="*/ 1219645 h 1219644"/>
                <a:gd name="connsiteX5" fmla="*/ 569757 w 569756"/>
                <a:gd name="connsiteY5" fmla="*/ 609790 h 1219644"/>
                <a:gd name="connsiteX6" fmla="*/ 317371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317371" y="0"/>
                  </a:moveTo>
                  <a:lnTo>
                    <a:pt x="0" y="0"/>
                  </a:ln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757" y="609790"/>
                  </a:lnTo>
                  <a:lnTo>
                    <a:pt x="317371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8E197B4-1326-33A4-F708-A9A0F6031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368300"/>
            <a:ext cx="5019675" cy="4438344"/>
          </a:xfrm>
        </p:spPr>
        <p:txBody>
          <a:bodyPr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BF6B874-4DE5-D60B-8F2B-04422CF1E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325" y="4888234"/>
            <a:ext cx="4064272" cy="133646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5719DC-5A37-50BA-06DB-4B572B11A580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5F693E2-3083-FC68-CF53-80FDEDED6151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94704981-54FB-0893-D02C-61AC7E78DE8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64015DC-16B0-9E9E-8606-5243631378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512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_Dark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77C99C6B-AD8F-8850-A990-96C038AFBCB1}"/>
              </a:ext>
            </a:extLst>
          </p:cNvPr>
          <p:cNvSpPr/>
          <p:nvPr userDrawn="1"/>
        </p:nvSpPr>
        <p:spPr>
          <a:xfrm>
            <a:off x="10971102" y="-64"/>
            <a:ext cx="1220898" cy="655519"/>
          </a:xfrm>
          <a:prstGeom prst="rect">
            <a:avLst/>
          </a:prstGeom>
          <a:solidFill>
            <a:schemeClr val="bg2"/>
          </a:solidFill>
          <a:ln w="634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en-GB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4AFB3DE5-DA00-8CC6-E9D5-617844F5922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2341" y="-1"/>
            <a:ext cx="6404593" cy="6856920"/>
          </a:xfrm>
          <a:custGeom>
            <a:avLst/>
            <a:gdLst>
              <a:gd name="connsiteX0" fmla="*/ 1711873 w 6404593"/>
              <a:gd name="connsiteY0" fmla="*/ 4866005 h 6856920"/>
              <a:gd name="connsiteX1" fmla="*/ 1964322 w 6404593"/>
              <a:gd name="connsiteY1" fmla="*/ 5475796 h 6856920"/>
              <a:gd name="connsiteX2" fmla="*/ 1711873 w 6404593"/>
              <a:gd name="connsiteY2" fmla="*/ 6085650 h 6856920"/>
              <a:gd name="connsiteX3" fmla="*/ 2029243 w 6404593"/>
              <a:gd name="connsiteY3" fmla="*/ 6085650 h 6856920"/>
              <a:gd name="connsiteX4" fmla="*/ 2281693 w 6404593"/>
              <a:gd name="connsiteY4" fmla="*/ 5475796 h 6856920"/>
              <a:gd name="connsiteX5" fmla="*/ 2029243 w 6404593"/>
              <a:gd name="connsiteY5" fmla="*/ 4866005 h 6856920"/>
              <a:gd name="connsiteX6" fmla="*/ 1711936 w 6404593"/>
              <a:gd name="connsiteY6" fmla="*/ 4866005 h 6856920"/>
              <a:gd name="connsiteX7" fmla="*/ 1141799 w 6404593"/>
              <a:gd name="connsiteY7" fmla="*/ 4866005 h 6856920"/>
              <a:gd name="connsiteX8" fmla="*/ 1394248 w 6404593"/>
              <a:gd name="connsiteY8" fmla="*/ 5475796 h 6856920"/>
              <a:gd name="connsiteX9" fmla="*/ 1141799 w 6404593"/>
              <a:gd name="connsiteY9" fmla="*/ 6085650 h 6856920"/>
              <a:gd name="connsiteX10" fmla="*/ 1459169 w 6404593"/>
              <a:gd name="connsiteY10" fmla="*/ 6085650 h 6856920"/>
              <a:gd name="connsiteX11" fmla="*/ 1711619 w 6404593"/>
              <a:gd name="connsiteY11" fmla="*/ 5475796 h 6856920"/>
              <a:gd name="connsiteX12" fmla="*/ 1459169 w 6404593"/>
              <a:gd name="connsiteY12" fmla="*/ 4866005 h 6856920"/>
              <a:gd name="connsiteX13" fmla="*/ 1141862 w 6404593"/>
              <a:gd name="connsiteY13" fmla="*/ 4866005 h 6856920"/>
              <a:gd name="connsiteX14" fmla="*/ 5562079 w 6404593"/>
              <a:gd name="connsiteY14" fmla="*/ 421068 h 6856920"/>
              <a:gd name="connsiteX15" fmla="*/ 5620273 w 6404593"/>
              <a:gd name="connsiteY15" fmla="*/ 481266 h 6856920"/>
              <a:gd name="connsiteX16" fmla="*/ 5562079 w 6404593"/>
              <a:gd name="connsiteY16" fmla="*/ 541464 h 6856920"/>
              <a:gd name="connsiteX17" fmla="*/ 5503885 w 6404593"/>
              <a:gd name="connsiteY17" fmla="*/ 481647 h 6856920"/>
              <a:gd name="connsiteX18" fmla="*/ 5503885 w 6404593"/>
              <a:gd name="connsiteY18" fmla="*/ 481266 h 6856920"/>
              <a:gd name="connsiteX19" fmla="*/ 5562079 w 6404593"/>
              <a:gd name="connsiteY19" fmla="*/ 421068 h 6856920"/>
              <a:gd name="connsiteX20" fmla="*/ 5562079 w 6404593"/>
              <a:gd name="connsiteY20" fmla="*/ 377571 h 6856920"/>
              <a:gd name="connsiteX21" fmla="*/ 5456923 w 6404593"/>
              <a:gd name="connsiteY21" fmla="*/ 481267 h 6856920"/>
              <a:gd name="connsiteX22" fmla="*/ 5456923 w 6404593"/>
              <a:gd name="connsiteY22" fmla="*/ 481648 h 6856920"/>
              <a:gd name="connsiteX23" fmla="*/ 5562079 w 6404593"/>
              <a:gd name="connsiteY23" fmla="*/ 585724 h 6856920"/>
              <a:gd name="connsiteX24" fmla="*/ 5667298 w 6404593"/>
              <a:gd name="connsiteY24" fmla="*/ 481648 h 6856920"/>
              <a:gd name="connsiteX25" fmla="*/ 5562079 w 6404593"/>
              <a:gd name="connsiteY25" fmla="*/ 377571 h 6856920"/>
              <a:gd name="connsiteX26" fmla="*/ 5346881 w 6404593"/>
              <a:gd name="connsiteY26" fmla="*/ 377317 h 6856920"/>
              <a:gd name="connsiteX27" fmla="*/ 5243312 w 6404593"/>
              <a:gd name="connsiteY27" fmla="*/ 481521 h 6856920"/>
              <a:gd name="connsiteX28" fmla="*/ 5348404 w 6404593"/>
              <a:gd name="connsiteY28" fmla="*/ 586042 h 6856920"/>
              <a:gd name="connsiteX29" fmla="*/ 5440931 w 6404593"/>
              <a:gd name="connsiteY29" fmla="*/ 530606 h 6856920"/>
              <a:gd name="connsiteX30" fmla="*/ 5402347 w 6404593"/>
              <a:gd name="connsiteY30" fmla="*/ 508508 h 6856920"/>
              <a:gd name="connsiteX31" fmla="*/ 5401458 w 6404593"/>
              <a:gd name="connsiteY31" fmla="*/ 508508 h 6856920"/>
              <a:gd name="connsiteX32" fmla="*/ 5348467 w 6404593"/>
              <a:gd name="connsiteY32" fmla="*/ 542163 h 6856920"/>
              <a:gd name="connsiteX33" fmla="*/ 5290591 w 6404593"/>
              <a:gd name="connsiteY33" fmla="*/ 481711 h 6856920"/>
              <a:gd name="connsiteX34" fmla="*/ 5306774 w 6404593"/>
              <a:gd name="connsiteY34" fmla="*/ 438087 h 6856920"/>
              <a:gd name="connsiteX35" fmla="*/ 5348595 w 6404593"/>
              <a:gd name="connsiteY35" fmla="*/ 421259 h 6856920"/>
              <a:gd name="connsiteX36" fmla="*/ 5401522 w 6404593"/>
              <a:gd name="connsiteY36" fmla="*/ 456438 h 6856920"/>
              <a:gd name="connsiteX37" fmla="*/ 5441058 w 6404593"/>
              <a:gd name="connsiteY37" fmla="*/ 433769 h 6856920"/>
              <a:gd name="connsiteX38" fmla="*/ 5346881 w 6404593"/>
              <a:gd name="connsiteY38" fmla="*/ 377317 h 6856920"/>
              <a:gd name="connsiteX39" fmla="*/ 5802471 w 6404593"/>
              <a:gd name="connsiteY39" fmla="*/ 331534 h 6856920"/>
              <a:gd name="connsiteX40" fmla="*/ 5802471 w 6404593"/>
              <a:gd name="connsiteY40" fmla="*/ 530416 h 6856920"/>
              <a:gd name="connsiteX41" fmla="*/ 5802534 w 6404593"/>
              <a:gd name="connsiteY41" fmla="*/ 530416 h 6856920"/>
              <a:gd name="connsiteX42" fmla="*/ 5845498 w 6404593"/>
              <a:gd name="connsiteY42" fmla="*/ 579755 h 6856920"/>
              <a:gd name="connsiteX43" fmla="*/ 5890682 w 6404593"/>
              <a:gd name="connsiteY43" fmla="*/ 579755 h 6856920"/>
              <a:gd name="connsiteX44" fmla="*/ 5890682 w 6404593"/>
              <a:gd name="connsiteY44" fmla="*/ 543052 h 6856920"/>
              <a:gd name="connsiteX45" fmla="*/ 5863521 w 6404593"/>
              <a:gd name="connsiteY45" fmla="*/ 543052 h 6856920"/>
              <a:gd name="connsiteX46" fmla="*/ 5849496 w 6404593"/>
              <a:gd name="connsiteY46" fmla="*/ 531051 h 6856920"/>
              <a:gd name="connsiteX47" fmla="*/ 5849496 w 6404593"/>
              <a:gd name="connsiteY47" fmla="*/ 424942 h 6856920"/>
              <a:gd name="connsiteX48" fmla="*/ 5887255 w 6404593"/>
              <a:gd name="connsiteY48" fmla="*/ 424942 h 6856920"/>
              <a:gd name="connsiteX49" fmla="*/ 5887255 w 6404593"/>
              <a:gd name="connsiteY49" fmla="*/ 388176 h 6856920"/>
              <a:gd name="connsiteX50" fmla="*/ 5849496 w 6404593"/>
              <a:gd name="connsiteY50" fmla="*/ 388176 h 6856920"/>
              <a:gd name="connsiteX51" fmla="*/ 5849496 w 6404593"/>
              <a:gd name="connsiteY51" fmla="*/ 331534 h 6856920"/>
              <a:gd name="connsiteX52" fmla="*/ 5695602 w 6404593"/>
              <a:gd name="connsiteY52" fmla="*/ 331534 h 6856920"/>
              <a:gd name="connsiteX53" fmla="*/ 5695602 w 6404593"/>
              <a:gd name="connsiteY53" fmla="*/ 530416 h 6856920"/>
              <a:gd name="connsiteX54" fmla="*/ 5695665 w 6404593"/>
              <a:gd name="connsiteY54" fmla="*/ 530416 h 6856920"/>
              <a:gd name="connsiteX55" fmla="*/ 5738692 w 6404593"/>
              <a:gd name="connsiteY55" fmla="*/ 579755 h 6856920"/>
              <a:gd name="connsiteX56" fmla="*/ 5776198 w 6404593"/>
              <a:gd name="connsiteY56" fmla="*/ 579755 h 6856920"/>
              <a:gd name="connsiteX57" fmla="*/ 5776198 w 6404593"/>
              <a:gd name="connsiteY57" fmla="*/ 543052 h 6856920"/>
              <a:gd name="connsiteX58" fmla="*/ 5756652 w 6404593"/>
              <a:gd name="connsiteY58" fmla="*/ 543052 h 6856920"/>
              <a:gd name="connsiteX59" fmla="*/ 5742627 w 6404593"/>
              <a:gd name="connsiteY59" fmla="*/ 531051 h 6856920"/>
              <a:gd name="connsiteX60" fmla="*/ 5742627 w 6404593"/>
              <a:gd name="connsiteY60" fmla="*/ 331534 h 6856920"/>
              <a:gd name="connsiteX61" fmla="*/ 0 w 6404593"/>
              <a:gd name="connsiteY61" fmla="*/ 0 h 6856920"/>
              <a:gd name="connsiteX62" fmla="*/ 6404593 w 6404593"/>
              <a:gd name="connsiteY62" fmla="*/ 0 h 6856920"/>
              <a:gd name="connsiteX63" fmla="*/ 6404593 w 6404593"/>
              <a:gd name="connsiteY63" fmla="*/ 6856920 h 6856920"/>
              <a:gd name="connsiteX64" fmla="*/ 0 w 6404593"/>
              <a:gd name="connsiteY64" fmla="*/ 6856920 h 6856920"/>
              <a:gd name="connsiteX65" fmla="*/ 697949 w 6404593"/>
              <a:gd name="connsiteY65" fmla="*/ 5170869 h 6856920"/>
              <a:gd name="connsiteX66" fmla="*/ 697949 w 6404593"/>
              <a:gd name="connsiteY66" fmla="*/ 5170805 h 6856920"/>
              <a:gd name="connsiteX67" fmla="*/ 824174 w 6404593"/>
              <a:gd name="connsiteY67" fmla="*/ 5475732 h 6856920"/>
              <a:gd name="connsiteX68" fmla="*/ 571724 w 6404593"/>
              <a:gd name="connsiteY68" fmla="*/ 6085586 h 6856920"/>
              <a:gd name="connsiteX69" fmla="*/ 889095 w 6404593"/>
              <a:gd name="connsiteY69" fmla="*/ 6085586 h 6856920"/>
              <a:gd name="connsiteX70" fmla="*/ 1141545 w 6404593"/>
              <a:gd name="connsiteY70" fmla="*/ 5475732 h 6856920"/>
              <a:gd name="connsiteX71" fmla="*/ 889095 w 6404593"/>
              <a:gd name="connsiteY71" fmla="*/ 4865942 h 6856920"/>
              <a:gd name="connsiteX72" fmla="*/ 824174 w 6404593"/>
              <a:gd name="connsiteY72" fmla="*/ 4865942 h 6856920"/>
              <a:gd name="connsiteX73" fmla="*/ 1419252 w 6404593"/>
              <a:gd name="connsiteY73" fmla="*/ 3428428 h 6856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6404593" h="6856920">
                <a:moveTo>
                  <a:pt x="1711873" y="4866005"/>
                </a:moveTo>
                <a:lnTo>
                  <a:pt x="1964322" y="5475796"/>
                </a:lnTo>
                <a:lnTo>
                  <a:pt x="1711873" y="6085650"/>
                </a:lnTo>
                <a:lnTo>
                  <a:pt x="2029243" y="6085650"/>
                </a:lnTo>
                <a:lnTo>
                  <a:pt x="2281693" y="5475796"/>
                </a:lnTo>
                <a:lnTo>
                  <a:pt x="2029243" y="4866005"/>
                </a:lnTo>
                <a:lnTo>
                  <a:pt x="1711936" y="4866005"/>
                </a:lnTo>
                <a:close/>
                <a:moveTo>
                  <a:pt x="1141799" y="4866005"/>
                </a:moveTo>
                <a:lnTo>
                  <a:pt x="1394248" y="5475796"/>
                </a:lnTo>
                <a:lnTo>
                  <a:pt x="1141799" y="6085650"/>
                </a:lnTo>
                <a:lnTo>
                  <a:pt x="1459169" y="6085650"/>
                </a:lnTo>
                <a:lnTo>
                  <a:pt x="1711619" y="5475796"/>
                </a:lnTo>
                <a:lnTo>
                  <a:pt x="1459169" y="4866005"/>
                </a:lnTo>
                <a:lnTo>
                  <a:pt x="1141862" y="4866005"/>
                </a:lnTo>
                <a:close/>
                <a:moveTo>
                  <a:pt x="5562079" y="421068"/>
                </a:moveTo>
                <a:cubicBezTo>
                  <a:pt x="5594254" y="421068"/>
                  <a:pt x="5620273" y="446595"/>
                  <a:pt x="5620273" y="481266"/>
                </a:cubicBezTo>
                <a:cubicBezTo>
                  <a:pt x="5620273" y="515937"/>
                  <a:pt x="5594254" y="541464"/>
                  <a:pt x="5562079" y="541464"/>
                </a:cubicBezTo>
                <a:cubicBezTo>
                  <a:pt x="5529968" y="541464"/>
                  <a:pt x="5503885" y="515937"/>
                  <a:pt x="5503885" y="481647"/>
                </a:cubicBezTo>
                <a:lnTo>
                  <a:pt x="5503885" y="481266"/>
                </a:lnTo>
                <a:cubicBezTo>
                  <a:pt x="5503885" y="446595"/>
                  <a:pt x="5529904" y="421068"/>
                  <a:pt x="5562079" y="421068"/>
                </a:cubicBezTo>
                <a:close/>
                <a:moveTo>
                  <a:pt x="5562079" y="377571"/>
                </a:moveTo>
                <a:cubicBezTo>
                  <a:pt x="5493731" y="377571"/>
                  <a:pt x="5456923" y="430975"/>
                  <a:pt x="5456923" y="481267"/>
                </a:cubicBezTo>
                <a:lnTo>
                  <a:pt x="5456923" y="481648"/>
                </a:lnTo>
                <a:cubicBezTo>
                  <a:pt x="5456923" y="532384"/>
                  <a:pt x="5493604" y="585724"/>
                  <a:pt x="5562079" y="585724"/>
                </a:cubicBezTo>
                <a:cubicBezTo>
                  <a:pt x="5630554" y="585724"/>
                  <a:pt x="5667298" y="532321"/>
                  <a:pt x="5667298" y="481648"/>
                </a:cubicBezTo>
                <a:cubicBezTo>
                  <a:pt x="5667298" y="430975"/>
                  <a:pt x="5630427" y="377571"/>
                  <a:pt x="5562079" y="377571"/>
                </a:cubicBezTo>
                <a:close/>
                <a:moveTo>
                  <a:pt x="5346881" y="377317"/>
                </a:moveTo>
                <a:cubicBezTo>
                  <a:pt x="5287925" y="377317"/>
                  <a:pt x="5243312" y="425260"/>
                  <a:pt x="5243312" y="481521"/>
                </a:cubicBezTo>
                <a:cubicBezTo>
                  <a:pt x="5243312" y="537782"/>
                  <a:pt x="5286402" y="586042"/>
                  <a:pt x="5348404" y="586042"/>
                </a:cubicBezTo>
                <a:cubicBezTo>
                  <a:pt x="5390225" y="586042"/>
                  <a:pt x="5423987" y="562991"/>
                  <a:pt x="5440931" y="530606"/>
                </a:cubicBezTo>
                <a:lnTo>
                  <a:pt x="5402347" y="508508"/>
                </a:lnTo>
                <a:lnTo>
                  <a:pt x="5401458" y="508508"/>
                </a:lnTo>
                <a:cubicBezTo>
                  <a:pt x="5394287" y="524701"/>
                  <a:pt x="5377724" y="542100"/>
                  <a:pt x="5348467" y="542163"/>
                </a:cubicBezTo>
                <a:cubicBezTo>
                  <a:pt x="5315214" y="542163"/>
                  <a:pt x="5290591" y="516890"/>
                  <a:pt x="5290591" y="481711"/>
                </a:cubicBezTo>
                <a:cubicBezTo>
                  <a:pt x="5290591" y="464503"/>
                  <a:pt x="5296747" y="448564"/>
                  <a:pt x="5306774" y="438087"/>
                </a:cubicBezTo>
                <a:cubicBezTo>
                  <a:pt x="5318133" y="426720"/>
                  <a:pt x="5331396" y="420814"/>
                  <a:pt x="5348595" y="421259"/>
                </a:cubicBezTo>
                <a:cubicBezTo>
                  <a:pt x="5374233" y="421132"/>
                  <a:pt x="5393018" y="435737"/>
                  <a:pt x="5401522" y="456438"/>
                </a:cubicBezTo>
                <a:lnTo>
                  <a:pt x="5441058" y="433769"/>
                </a:lnTo>
                <a:cubicBezTo>
                  <a:pt x="5423606" y="399034"/>
                  <a:pt x="5387687" y="377317"/>
                  <a:pt x="5346881" y="377317"/>
                </a:cubicBezTo>
                <a:close/>
                <a:moveTo>
                  <a:pt x="5802471" y="331534"/>
                </a:moveTo>
                <a:lnTo>
                  <a:pt x="5802471" y="530416"/>
                </a:lnTo>
                <a:lnTo>
                  <a:pt x="5802534" y="530416"/>
                </a:lnTo>
                <a:cubicBezTo>
                  <a:pt x="5802534" y="530416"/>
                  <a:pt x="5799742" y="579819"/>
                  <a:pt x="5845498" y="579755"/>
                </a:cubicBezTo>
                <a:lnTo>
                  <a:pt x="5890682" y="579755"/>
                </a:lnTo>
                <a:lnTo>
                  <a:pt x="5890682" y="543052"/>
                </a:lnTo>
                <a:lnTo>
                  <a:pt x="5863521" y="543052"/>
                </a:lnTo>
                <a:cubicBezTo>
                  <a:pt x="5863521" y="543052"/>
                  <a:pt x="5849876" y="543179"/>
                  <a:pt x="5849496" y="531051"/>
                </a:cubicBezTo>
                <a:lnTo>
                  <a:pt x="5849496" y="424942"/>
                </a:lnTo>
                <a:lnTo>
                  <a:pt x="5887255" y="424942"/>
                </a:lnTo>
                <a:lnTo>
                  <a:pt x="5887255" y="388176"/>
                </a:lnTo>
                <a:lnTo>
                  <a:pt x="5849496" y="388176"/>
                </a:lnTo>
                <a:lnTo>
                  <a:pt x="5849496" y="331534"/>
                </a:lnTo>
                <a:close/>
                <a:moveTo>
                  <a:pt x="5695602" y="331534"/>
                </a:moveTo>
                <a:lnTo>
                  <a:pt x="5695602" y="530416"/>
                </a:lnTo>
                <a:lnTo>
                  <a:pt x="5695665" y="530416"/>
                </a:lnTo>
                <a:cubicBezTo>
                  <a:pt x="5695665" y="530416"/>
                  <a:pt x="5692048" y="579755"/>
                  <a:pt x="5738692" y="579755"/>
                </a:cubicBezTo>
                <a:lnTo>
                  <a:pt x="5776198" y="579755"/>
                </a:lnTo>
                <a:lnTo>
                  <a:pt x="5776198" y="543052"/>
                </a:lnTo>
                <a:lnTo>
                  <a:pt x="5756652" y="543052"/>
                </a:lnTo>
                <a:cubicBezTo>
                  <a:pt x="5756652" y="543052"/>
                  <a:pt x="5743008" y="543179"/>
                  <a:pt x="5742627" y="531051"/>
                </a:cubicBezTo>
                <a:lnTo>
                  <a:pt x="5742627" y="331534"/>
                </a:lnTo>
                <a:close/>
                <a:moveTo>
                  <a:pt x="0" y="0"/>
                </a:moveTo>
                <a:lnTo>
                  <a:pt x="6404593" y="0"/>
                </a:lnTo>
                <a:lnTo>
                  <a:pt x="6404593" y="6856920"/>
                </a:lnTo>
                <a:lnTo>
                  <a:pt x="0" y="6856920"/>
                </a:lnTo>
                <a:lnTo>
                  <a:pt x="697949" y="5170869"/>
                </a:lnTo>
                <a:lnTo>
                  <a:pt x="697949" y="5170805"/>
                </a:lnTo>
                <a:lnTo>
                  <a:pt x="824174" y="5475732"/>
                </a:lnTo>
                <a:lnTo>
                  <a:pt x="571724" y="6085586"/>
                </a:lnTo>
                <a:lnTo>
                  <a:pt x="889095" y="6085586"/>
                </a:lnTo>
                <a:lnTo>
                  <a:pt x="1141545" y="5475732"/>
                </a:lnTo>
                <a:lnTo>
                  <a:pt x="889095" y="4865942"/>
                </a:lnTo>
                <a:lnTo>
                  <a:pt x="824174" y="4865942"/>
                </a:lnTo>
                <a:lnTo>
                  <a:pt x="1419252" y="3428428"/>
                </a:lnTo>
                <a:close/>
              </a:path>
            </a:pathLst>
          </a:custGeom>
          <a:pattFill prst="pct5">
            <a:fgClr>
              <a:schemeClr val="bg1"/>
            </a:fgClr>
            <a:bgClr>
              <a:schemeClr val="accent3"/>
            </a:bgClr>
          </a:pattFill>
        </p:spPr>
        <p:txBody>
          <a:bodyPr wrap="square"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C5ADBA68-B969-9AE6-B5E9-AC5C99B65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71371" t="-126189" r="-32059" b="25517"/>
          <a:stretch>
            <a:fillRect/>
          </a:stretch>
        </p:blipFill>
        <p:spPr>
          <a:xfrm rot="5400000">
            <a:off x="5563837" y="227361"/>
            <a:ext cx="6856858" cy="6402134"/>
          </a:xfrm>
          <a:custGeom>
            <a:avLst/>
            <a:gdLst>
              <a:gd name="connsiteX0" fmla="*/ 0 w 6856858"/>
              <a:gd name="connsiteY0" fmla="*/ 6402134 h 6402134"/>
              <a:gd name="connsiteX1" fmla="*/ 0 w 6856858"/>
              <a:gd name="connsiteY1" fmla="*/ 64 h 6402134"/>
              <a:gd name="connsiteX2" fmla="*/ 6856858 w 6856858"/>
              <a:gd name="connsiteY2" fmla="*/ 0 h 6402134"/>
              <a:gd name="connsiteX3" fmla="*/ 6856857 w 6856858"/>
              <a:gd name="connsiteY3" fmla="*/ 6402134 h 6402134"/>
              <a:gd name="connsiteX4" fmla="*/ 6420207 w 6856858"/>
              <a:gd name="connsiteY4" fmla="*/ 6221445 h 6402134"/>
              <a:gd name="connsiteX5" fmla="*/ 6420208 w 6856858"/>
              <a:gd name="connsiteY5" fmla="*/ 4025879 h 6402134"/>
              <a:gd name="connsiteX6" fmla="*/ 5058179 w 6856858"/>
              <a:gd name="connsiteY6" fmla="*/ 4025879 h 6402134"/>
              <a:gd name="connsiteX7" fmla="*/ 5058178 w 6856858"/>
              <a:gd name="connsiteY7" fmla="*/ 5657828 h 6402134"/>
              <a:gd name="connsiteX8" fmla="*/ 3428428 w 6856858"/>
              <a:gd name="connsiteY8" fmla="*/ 4983427 h 6402134"/>
              <a:gd name="connsiteX9" fmla="*/ 0 w 6856858"/>
              <a:gd name="connsiteY9" fmla="*/ 6402134 h 64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6858" h="6402134">
                <a:moveTo>
                  <a:pt x="0" y="6402134"/>
                </a:moveTo>
                <a:lnTo>
                  <a:pt x="0" y="64"/>
                </a:lnTo>
                <a:lnTo>
                  <a:pt x="6856858" y="0"/>
                </a:lnTo>
                <a:lnTo>
                  <a:pt x="6856857" y="6402134"/>
                </a:lnTo>
                <a:lnTo>
                  <a:pt x="6420207" y="6221445"/>
                </a:lnTo>
                <a:lnTo>
                  <a:pt x="6420208" y="4025879"/>
                </a:lnTo>
                <a:lnTo>
                  <a:pt x="5058179" y="4025879"/>
                </a:lnTo>
                <a:lnTo>
                  <a:pt x="5058178" y="5657828"/>
                </a:lnTo>
                <a:lnTo>
                  <a:pt x="3428428" y="4983427"/>
                </a:lnTo>
                <a:lnTo>
                  <a:pt x="0" y="6402134"/>
                </a:lnTo>
                <a:close/>
              </a:path>
            </a:pathLst>
          </a:cu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5D957CE-CFBA-107D-AD2C-425D0FE8E52F}"/>
              </a:ext>
            </a:extLst>
          </p:cNvPr>
          <p:cNvGrpSpPr>
            <a:grpSpLocks/>
          </p:cNvGrpSpPr>
          <p:nvPr userDrawn="1"/>
        </p:nvGrpSpPr>
        <p:grpSpPr>
          <a:xfrm>
            <a:off x="5217583" y="4864925"/>
            <a:ext cx="2850116" cy="1219644"/>
            <a:chOff x="5217583" y="4868100"/>
            <a:chExt cx="2850116" cy="1219644"/>
          </a:xfrm>
          <a:solidFill>
            <a:srgbClr val="FFFFFF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9D72AEAA-85E6-8A65-577B-20374B1D636C}"/>
                </a:ext>
              </a:extLst>
            </p:cNvPr>
            <p:cNvSpPr>
              <a:spLocks/>
            </p:cNvSpPr>
            <p:nvPr userDrawn="1"/>
          </p:nvSpPr>
          <p:spPr>
            <a:xfrm>
              <a:off x="5217583" y="4868100"/>
              <a:ext cx="569756" cy="1219644"/>
            </a:xfrm>
            <a:custGeom>
              <a:avLst/>
              <a:gdLst>
                <a:gd name="connsiteX0" fmla="*/ 0 w 569756"/>
                <a:gd name="connsiteY0" fmla="*/ 0 h 1219644"/>
                <a:gd name="connsiteX1" fmla="*/ 252450 w 569756"/>
                <a:gd name="connsiteY1" fmla="*/ 609790 h 1219644"/>
                <a:gd name="connsiteX2" fmla="*/ 0 w 569756"/>
                <a:gd name="connsiteY2" fmla="*/ 1219645 h 1219644"/>
                <a:gd name="connsiteX3" fmla="*/ 317371 w 569756"/>
                <a:gd name="connsiteY3" fmla="*/ 1219645 h 1219644"/>
                <a:gd name="connsiteX4" fmla="*/ 569757 w 569756"/>
                <a:gd name="connsiteY4" fmla="*/ 609790 h 1219644"/>
                <a:gd name="connsiteX5" fmla="*/ 317307 w 569756"/>
                <a:gd name="connsiteY5" fmla="*/ 0 h 1219644"/>
                <a:gd name="connsiteX6" fmla="*/ 0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2F6953D6-1F10-0229-156C-0248DF6168E6}"/>
                </a:ext>
              </a:extLst>
            </p:cNvPr>
            <p:cNvSpPr>
              <a:spLocks/>
            </p:cNvSpPr>
            <p:nvPr userDrawn="1"/>
          </p:nvSpPr>
          <p:spPr>
            <a:xfrm>
              <a:off x="5787657" y="4868100"/>
              <a:ext cx="569820" cy="1219644"/>
            </a:xfrm>
            <a:custGeom>
              <a:avLst/>
              <a:gdLst>
                <a:gd name="connsiteX0" fmla="*/ 0 w 569820"/>
                <a:gd name="connsiteY0" fmla="*/ 0 h 1219644"/>
                <a:gd name="connsiteX1" fmla="*/ 252450 w 569820"/>
                <a:gd name="connsiteY1" fmla="*/ 609790 h 1219644"/>
                <a:gd name="connsiteX2" fmla="*/ 0 w 569820"/>
                <a:gd name="connsiteY2" fmla="*/ 1219645 h 1219644"/>
                <a:gd name="connsiteX3" fmla="*/ 317371 w 569820"/>
                <a:gd name="connsiteY3" fmla="*/ 1219645 h 1219644"/>
                <a:gd name="connsiteX4" fmla="*/ 569820 w 569820"/>
                <a:gd name="connsiteY4" fmla="*/ 609790 h 1219644"/>
                <a:gd name="connsiteX5" fmla="*/ 317371 w 569820"/>
                <a:gd name="connsiteY5" fmla="*/ 0 h 1219644"/>
                <a:gd name="connsiteX6" fmla="*/ 0 w 569820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820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820" y="609790"/>
                  </a:lnTo>
                  <a:lnTo>
                    <a:pt x="31737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9E32EF8-B332-6150-3A8A-9C2FC59776E9}"/>
                </a:ext>
              </a:extLst>
            </p:cNvPr>
            <p:cNvSpPr>
              <a:spLocks/>
            </p:cNvSpPr>
            <p:nvPr userDrawn="1"/>
          </p:nvSpPr>
          <p:spPr>
            <a:xfrm>
              <a:off x="6357794" y="4868100"/>
              <a:ext cx="569756" cy="1219644"/>
            </a:xfrm>
            <a:custGeom>
              <a:avLst/>
              <a:gdLst>
                <a:gd name="connsiteX0" fmla="*/ 252386 w 569756"/>
                <a:gd name="connsiteY0" fmla="*/ 0 h 1219644"/>
                <a:gd name="connsiteX1" fmla="*/ 0 w 569756"/>
                <a:gd name="connsiteY1" fmla="*/ 0 h 1219644"/>
                <a:gd name="connsiteX2" fmla="*/ 126161 w 569756"/>
                <a:gd name="connsiteY2" fmla="*/ 304864 h 1219644"/>
                <a:gd name="connsiteX3" fmla="*/ 252386 w 569756"/>
                <a:gd name="connsiteY3" fmla="*/ 609790 h 1219644"/>
                <a:gd name="connsiteX4" fmla="*/ 0 w 569756"/>
                <a:gd name="connsiteY4" fmla="*/ 1219645 h 1219644"/>
                <a:gd name="connsiteX5" fmla="*/ 317307 w 569756"/>
                <a:gd name="connsiteY5" fmla="*/ 1219645 h 1219644"/>
                <a:gd name="connsiteX6" fmla="*/ 569757 w 569756"/>
                <a:gd name="connsiteY6" fmla="*/ 609790 h 1219644"/>
                <a:gd name="connsiteX7" fmla="*/ 317307 w 569756"/>
                <a:gd name="connsiteY7" fmla="*/ 0 h 1219644"/>
                <a:gd name="connsiteX8" fmla="*/ 252386 w 569756"/>
                <a:gd name="connsiteY8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69756" h="1219644">
                  <a:moveTo>
                    <a:pt x="252386" y="0"/>
                  </a:moveTo>
                  <a:lnTo>
                    <a:pt x="0" y="0"/>
                  </a:lnTo>
                  <a:lnTo>
                    <a:pt x="126161" y="304864"/>
                  </a:lnTo>
                  <a:lnTo>
                    <a:pt x="252386" y="609790"/>
                  </a:lnTo>
                  <a:lnTo>
                    <a:pt x="0" y="1219645"/>
                  </a:lnTo>
                  <a:lnTo>
                    <a:pt x="317307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252386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3CA13069-AB61-DB3C-729D-5E42A2829D04}"/>
                </a:ext>
              </a:extLst>
            </p:cNvPr>
            <p:cNvSpPr>
              <a:spLocks/>
            </p:cNvSpPr>
            <p:nvPr userDrawn="1"/>
          </p:nvSpPr>
          <p:spPr>
            <a:xfrm>
              <a:off x="6927869" y="4868100"/>
              <a:ext cx="569756" cy="1219644"/>
            </a:xfrm>
            <a:custGeom>
              <a:avLst/>
              <a:gdLst>
                <a:gd name="connsiteX0" fmla="*/ 0 w 569756"/>
                <a:gd name="connsiteY0" fmla="*/ 0 h 1219644"/>
                <a:gd name="connsiteX1" fmla="*/ 252450 w 569756"/>
                <a:gd name="connsiteY1" fmla="*/ 609790 h 1219644"/>
                <a:gd name="connsiteX2" fmla="*/ 0 w 569756"/>
                <a:gd name="connsiteY2" fmla="*/ 1219645 h 1219644"/>
                <a:gd name="connsiteX3" fmla="*/ 317307 w 569756"/>
                <a:gd name="connsiteY3" fmla="*/ 1219645 h 1219644"/>
                <a:gd name="connsiteX4" fmla="*/ 569757 w 569756"/>
                <a:gd name="connsiteY4" fmla="*/ 609790 h 1219644"/>
                <a:gd name="connsiteX5" fmla="*/ 317307 w 569756"/>
                <a:gd name="connsiteY5" fmla="*/ 0 h 1219644"/>
                <a:gd name="connsiteX6" fmla="*/ 0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0" y="0"/>
                  </a:moveTo>
                  <a:lnTo>
                    <a:pt x="252450" y="609790"/>
                  </a:lnTo>
                  <a:lnTo>
                    <a:pt x="0" y="1219645"/>
                  </a:lnTo>
                  <a:lnTo>
                    <a:pt x="317307" y="1219645"/>
                  </a:lnTo>
                  <a:lnTo>
                    <a:pt x="569757" y="609790"/>
                  </a:lnTo>
                  <a:lnTo>
                    <a:pt x="31730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7422F41-DEE0-E104-A115-50DE227721DF}"/>
                </a:ext>
              </a:extLst>
            </p:cNvPr>
            <p:cNvSpPr>
              <a:spLocks/>
            </p:cNvSpPr>
            <p:nvPr userDrawn="1"/>
          </p:nvSpPr>
          <p:spPr>
            <a:xfrm>
              <a:off x="7497943" y="4868100"/>
              <a:ext cx="569756" cy="1219644"/>
            </a:xfrm>
            <a:custGeom>
              <a:avLst/>
              <a:gdLst>
                <a:gd name="connsiteX0" fmla="*/ 317371 w 569756"/>
                <a:gd name="connsiteY0" fmla="*/ 0 h 1219644"/>
                <a:gd name="connsiteX1" fmla="*/ 0 w 569756"/>
                <a:gd name="connsiteY1" fmla="*/ 0 h 1219644"/>
                <a:gd name="connsiteX2" fmla="*/ 252450 w 569756"/>
                <a:gd name="connsiteY2" fmla="*/ 609790 h 1219644"/>
                <a:gd name="connsiteX3" fmla="*/ 0 w 569756"/>
                <a:gd name="connsiteY3" fmla="*/ 1219645 h 1219644"/>
                <a:gd name="connsiteX4" fmla="*/ 317371 w 569756"/>
                <a:gd name="connsiteY4" fmla="*/ 1219645 h 1219644"/>
                <a:gd name="connsiteX5" fmla="*/ 569757 w 569756"/>
                <a:gd name="connsiteY5" fmla="*/ 609790 h 1219644"/>
                <a:gd name="connsiteX6" fmla="*/ 317371 w 569756"/>
                <a:gd name="connsiteY6" fmla="*/ 0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9756" h="1219644">
                  <a:moveTo>
                    <a:pt x="317371" y="0"/>
                  </a:moveTo>
                  <a:lnTo>
                    <a:pt x="0" y="0"/>
                  </a:lnTo>
                  <a:lnTo>
                    <a:pt x="252450" y="609790"/>
                  </a:lnTo>
                  <a:lnTo>
                    <a:pt x="0" y="1219645"/>
                  </a:lnTo>
                  <a:lnTo>
                    <a:pt x="317371" y="1219645"/>
                  </a:lnTo>
                  <a:lnTo>
                    <a:pt x="569757" y="609790"/>
                  </a:lnTo>
                  <a:lnTo>
                    <a:pt x="317371" y="0"/>
                  </a:lnTo>
                  <a:close/>
                </a:path>
              </a:pathLst>
            </a:custGeom>
            <a:grpFill/>
            <a:ln w="63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C9B1BB52-843C-70E1-CA21-61F95DC81723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E5A3FC8-CD9D-ECAD-999F-7E9510E5C006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6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A772D6BB-5DED-183F-4D48-5458E84F073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8CF78E3-C7F9-BBAC-93E4-D5FF9EA70E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FF6A995-3C6A-802E-FB05-C9F2E1B54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6325" y="4888234"/>
            <a:ext cx="4064272" cy="133646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3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4F661E-DFBE-0039-0DD3-C7466B081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368300"/>
            <a:ext cx="5019675" cy="4438344"/>
          </a:xfrm>
        </p:spPr>
        <p:txBody>
          <a:bodyPr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20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06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ecurity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5AC1985-296E-D79A-DE7D-D9D7F3BC6C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7" t="-56" r="10427"/>
          <a:stretch>
            <a:fillRect/>
          </a:stretch>
        </p:blipFill>
        <p:spPr>
          <a:xfrm>
            <a:off x="10138595" y="1300163"/>
            <a:ext cx="1162818" cy="3443287"/>
          </a:xfrm>
          <a:prstGeom prst="rect">
            <a:avLst/>
          </a:prstGeom>
        </p:spPr>
      </p:pic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1397AC54-8ACA-F3EB-FA6C-2BC0073B953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84800" y="1628774"/>
            <a:ext cx="6291262" cy="4356101"/>
          </a:xfrm>
          <a:noFill/>
        </p:spPr>
        <p:txBody>
          <a:bodyPr anchor="t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This slide design is for transparent PNGs.</a:t>
            </a:r>
            <a:br>
              <a:rPr lang="en-US"/>
            </a:br>
            <a:r>
              <a:rPr lang="en-US"/>
              <a:t>Click icon to add picture.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1879787"/>
            <a:ext cx="5580062" cy="2927838"/>
          </a:xfrm>
        </p:spPr>
        <p:txBody>
          <a:bodyPr anchor="b">
            <a:noAutofit/>
          </a:bodyPr>
          <a:lstStyle>
            <a:lvl1pPr>
              <a:lnSpc>
                <a:spcPct val="70000"/>
              </a:lnSpc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80AEC-321D-B9ED-4FFB-E74B66C1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0000" y="4889214"/>
            <a:ext cx="5580062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0940CE-0715-87F0-5F49-0A0ACDBED81B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  <a:solidFill>
            <a:srgbClr val="FFFFFF"/>
          </a:solidFill>
        </p:grpSpPr>
        <p:sp>
          <p:nvSpPr>
            <p:cNvPr id="7" name="Freeform: Shape 7">
              <a:extLst>
                <a:ext uri="{FF2B5EF4-FFF2-40B4-BE49-F238E27FC236}">
                  <a16:creationId xmlns:a16="http://schemas.microsoft.com/office/drawing/2014/main" id="{44A1393A-E022-668B-EB4B-B8CB5D1AB38C}"/>
                </a:ext>
              </a:extLst>
            </p:cNvPr>
            <p:cNvSpPr/>
            <p:nvPr userDrawn="1"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8" name="Freeform: Shape 9">
              <a:extLst>
                <a:ext uri="{FF2B5EF4-FFF2-40B4-BE49-F238E27FC236}">
                  <a16:creationId xmlns:a16="http://schemas.microsoft.com/office/drawing/2014/main" id="{34F1642D-67E0-0E11-F841-9DDE335AF29B}"/>
                </a:ext>
              </a:extLst>
            </p:cNvPr>
            <p:cNvSpPr/>
            <p:nvPr userDrawn="1"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9" name="Freeform: Shape 10">
              <a:extLst>
                <a:ext uri="{FF2B5EF4-FFF2-40B4-BE49-F238E27FC236}">
                  <a16:creationId xmlns:a16="http://schemas.microsoft.com/office/drawing/2014/main" id="{24525142-3CD3-62FF-B238-41A64CEEFEFF}"/>
                </a:ext>
              </a:extLst>
            </p:cNvPr>
            <p:cNvSpPr/>
            <p:nvPr userDrawn="1"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11">
              <a:extLst>
                <a:ext uri="{FF2B5EF4-FFF2-40B4-BE49-F238E27FC236}">
                  <a16:creationId xmlns:a16="http://schemas.microsoft.com/office/drawing/2014/main" id="{B0AD6991-8EB1-ED3A-49E5-9813AB5B116C}"/>
                </a:ext>
              </a:extLst>
            </p:cNvPr>
            <p:cNvSpPr/>
            <p:nvPr userDrawn="1"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A94A5B0D-3176-A32D-CC73-A397E920CD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09D8E39-CA39-F53B-FFA2-2472580672B1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81AB4FD-9C33-B1CB-7D17-004C810B8A00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13" name="Picture 12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639BC38C-FBD2-3339-3003-4227FA14E72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C3770E-BD8C-3495-F9B2-FD2F3BFA4D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6B7D6CED-A751-DB3A-C3B2-58C63876D1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D3FDFA08-8856-57A0-A7B3-C310E984B5D3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bg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CA475F-0F11-04F6-3C80-EC27E1C7B01E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40488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oca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5AC1985-296E-D79A-DE7D-D9D7F3BC6C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427" t="-56" r="10427"/>
          <a:stretch>
            <a:fillRect/>
          </a:stretch>
        </p:blipFill>
        <p:spPr>
          <a:xfrm>
            <a:off x="10138595" y="1300163"/>
            <a:ext cx="1162818" cy="3443287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8317A0A-7633-480D-1FD8-3F360394183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384800" y="1628774"/>
            <a:ext cx="6291262" cy="4356101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This slide design is for transparent PNGs.</a:t>
            </a:r>
            <a:br>
              <a:rPr lang="en-US"/>
            </a:br>
            <a:r>
              <a:rPr lang="en-US"/>
              <a:t>Click icon to add picture.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0" y="1879787"/>
            <a:ext cx="5580062" cy="2927838"/>
          </a:xfrm>
        </p:spPr>
        <p:txBody>
          <a:bodyPr anchor="b">
            <a:noAutofit/>
          </a:bodyPr>
          <a:lstStyle>
            <a:lvl1pPr>
              <a:lnSpc>
                <a:spcPct val="70000"/>
              </a:lnSpc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80AEC-321D-B9ED-4FFB-E74B66C1E4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0000" y="4889214"/>
            <a:ext cx="5580062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18D082-A295-5E44-E134-E196A93AD9B1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A9E9525-0E84-9E37-6ABD-51463278C609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10" name="Picture 9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3D4269E1-0513-987F-0EE6-FE8C68FF43A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7D7C8AE2-2B72-611C-1416-7FBFA454A4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36550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a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984C72F-E34F-F436-F5F0-09A47C6691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4928"/>
          <a:stretch>
            <a:fillRect/>
          </a:stretch>
        </p:blipFill>
        <p:spPr>
          <a:xfrm rot="5400000">
            <a:off x="157387" y="4877659"/>
            <a:ext cx="1085598" cy="140037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80D257-510A-D1D3-69F8-5F4180555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00374" y="1628775"/>
            <a:ext cx="10279329" cy="2949575"/>
          </a:xfrm>
        </p:spPr>
        <p:txBody>
          <a:bodyPr numCol="3" spcCol="360000">
            <a:normAutofit/>
          </a:bodyPr>
          <a:lstStyle>
            <a:lvl1pPr marL="490538" indent="-490538">
              <a:lnSpc>
                <a:spcPct val="80000"/>
              </a:lnSpc>
              <a:spcBef>
                <a:spcPts val="1600"/>
              </a:spcBef>
              <a:buClr>
                <a:srgbClr val="FFFFFF"/>
              </a:buClr>
              <a:buSzPct val="175000"/>
              <a:buFont typeface="+mj-lt"/>
              <a:buAutoNum type="arabicPeriod"/>
              <a:tabLst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0A6C0E-DDA1-9733-F980-5AB3293D0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47C65FE-2248-4684-B72A-B766699B10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0900" r="16366"/>
          <a:stretch>
            <a:fillRect/>
          </a:stretch>
        </p:blipFill>
        <p:spPr>
          <a:xfrm rot="5400000">
            <a:off x="9353022" y="-1198705"/>
            <a:ext cx="389469" cy="2786879"/>
          </a:xfrm>
          <a:prstGeom prst="rect">
            <a:avLst/>
          </a:prstGeom>
        </p:spPr>
      </p:pic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BD28AC9-0A6D-ABC8-90A0-B90B3E2507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00373" y="4911910"/>
            <a:ext cx="10791627" cy="1622379"/>
          </a:xfrm>
        </p:spPr>
        <p:txBody>
          <a:bodyPr/>
          <a:lstStyle>
            <a:lvl1pPr>
              <a:buNone/>
              <a:defRPr sz="12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697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984C72F-E34F-F436-F5F0-09A47C6691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44928"/>
          <a:stretch>
            <a:fillRect/>
          </a:stretch>
        </p:blipFill>
        <p:spPr>
          <a:xfrm rot="5400000">
            <a:off x="157387" y="218714"/>
            <a:ext cx="1085598" cy="1400375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80D257-510A-D1D3-69F8-5F41805553D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00374" y="2089172"/>
            <a:ext cx="10279329" cy="2949575"/>
          </a:xfrm>
        </p:spPr>
        <p:txBody>
          <a:bodyPr numCol="3" spcCol="360000">
            <a:normAutofit/>
          </a:bodyPr>
          <a:lstStyle>
            <a:lvl1pPr marL="490538" marR="0" indent="-490538" algn="l" defTabSz="914400" rtl="0" eaLnBrk="1" fontAlgn="auto" latinLnBrk="0" hangingPunct="1">
              <a:lnSpc>
                <a:spcPct val="80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ct val="175000"/>
              <a:buFont typeface="+mj-lt"/>
              <a:buAutoNum type="arabicPeriod"/>
              <a:tabLst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0A6C0E-DDA1-9733-F980-5AB3293D01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21669DE1-1BD7-24C0-C6BC-9900291902F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9DAC22B2-2C0E-249D-5D5F-D3C06258C1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00373" y="319887"/>
            <a:ext cx="10791627" cy="1622379"/>
          </a:xfrm>
        </p:spPr>
        <p:txBody>
          <a:bodyPr/>
          <a:lstStyle>
            <a:lvl1pPr>
              <a:buNone/>
              <a:defRPr sz="12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6617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E4AD73C-54A2-B9D4-B4CD-11A7EA07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470" y="360000"/>
            <a:ext cx="9732940" cy="9077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BC7E11-46E9-CD00-FD03-E1E7B79AF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000" y="1631144"/>
            <a:ext cx="995385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lnSpc>
                <a:spcPct val="85000"/>
              </a:lnSpc>
              <a:spcBef>
                <a:spcPts val="1000"/>
              </a:spcBef>
              <a:defRPr>
                <a:solidFill>
                  <a:schemeClr val="accent4"/>
                </a:solidFill>
              </a:defRPr>
            </a:lvl1pPr>
            <a:lvl2pPr>
              <a:lnSpc>
                <a:spcPct val="85000"/>
              </a:lnSpc>
              <a:spcBef>
                <a:spcPts val="1000"/>
              </a:spcBef>
              <a:defRPr>
                <a:solidFill>
                  <a:schemeClr val="accent4"/>
                </a:solidFill>
              </a:defRPr>
            </a:lvl2pPr>
            <a:lvl3pPr>
              <a:lnSpc>
                <a:spcPct val="85000"/>
              </a:lnSpc>
              <a:spcBef>
                <a:spcPts val="1000"/>
              </a:spcBef>
              <a:defRPr>
                <a:solidFill>
                  <a:schemeClr val="accent4"/>
                </a:solidFill>
              </a:defRPr>
            </a:lvl3pPr>
            <a:lvl4pPr>
              <a:lnSpc>
                <a:spcPct val="85000"/>
              </a:lnSpc>
              <a:spcBef>
                <a:spcPts val="1000"/>
              </a:spcBef>
              <a:defRPr>
                <a:solidFill>
                  <a:schemeClr val="accent4"/>
                </a:solidFill>
              </a:defRPr>
            </a:lvl4pPr>
            <a:lvl5pPr>
              <a:lnSpc>
                <a:spcPct val="85000"/>
              </a:lnSpc>
              <a:spcBef>
                <a:spcPts val="1000"/>
              </a:spcBef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50DDFDF5-FCE6-C7BB-3EAD-028BB1536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3EE5A69-242C-E15C-E283-8A63D9AFF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0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E4AD73C-54A2-B9D4-B4CD-11A7EA070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60" y="360001"/>
            <a:ext cx="9736344" cy="51551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7BC7E11-46E9-CD00-FD03-E1E7B79AF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791" y="1631144"/>
            <a:ext cx="995157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73B9B-B509-2B3D-2E03-B3C13ACB15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9795" y="891886"/>
            <a:ext cx="9736615" cy="50641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9983177-2635-A258-28F2-1F830E4CB5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7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6E62-47A4-4C8A-7CE7-23CC6681C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1D6DF-1797-4A75-D8A9-62F0F43C1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0000" y="1642533"/>
            <a:ext cx="4795200" cy="4351338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027F87-0629-4533-2FFD-298B946F5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519" y="1642533"/>
            <a:ext cx="4795200" cy="4351338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2BD29A1-D368-0CE7-D3F9-C09D5F0DB1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58F3281C-73DC-0777-28EE-16990B15779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613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6B02-5637-272C-09DA-A1B046CD4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2195" y="387154"/>
            <a:ext cx="9532408" cy="11493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STYLE`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E6D2B-D9F7-A8CC-C2C9-EF453920B5D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86572" y="1628775"/>
            <a:ext cx="47952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9455D-A185-98E8-4AAC-CAB3E38E2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6572" y="2452687"/>
            <a:ext cx="4795200" cy="3532188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FF652B-DE3B-5513-FA14-521479F7168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24599" y="1628775"/>
            <a:ext cx="4795200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766535-A73E-8D75-3E73-A462429BF2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599" y="2452687"/>
            <a:ext cx="4795200" cy="3532188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4"/>
                </a:solidFill>
              </a:defRPr>
            </a:lvl2pPr>
            <a:lvl3pPr>
              <a:defRPr>
                <a:solidFill>
                  <a:schemeClr val="accent4"/>
                </a:solidFill>
              </a:defRPr>
            </a:lvl3pPr>
            <a:lvl4pPr>
              <a:defRPr>
                <a:solidFill>
                  <a:schemeClr val="accent4"/>
                </a:solidFill>
              </a:defRPr>
            </a:lvl4pPr>
            <a:lvl5pPr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31D00C1-C65F-9CF2-4FC6-81AE94FB35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35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7DD8-8DDB-9EEE-560C-E9B5B8C7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7A73D07-2622-1826-0C4B-8416CCA1B5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EA769D-07CC-2F37-5EB3-C229933E655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65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_No Ed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27DD8-8DDB-9EEE-560C-E9B5B8C7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7A73D07-2622-1826-0C4B-8416CCA1B55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F67FB12A-6BD1-051D-F424-B46B4966F7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7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B825D0C-7100-3C4D-CE04-8F4062F3A23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DBD53C6-3E7C-8FA2-6181-F3548FA272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94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para - range lef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632D76B-96D1-C6FD-55D5-1CA2739C02A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020000">
            <a:off x="2070296" y="3396127"/>
            <a:ext cx="1756434" cy="4114172"/>
          </a:xfrm>
          <a:custGeom>
            <a:avLst/>
            <a:gdLst>
              <a:gd name="connsiteX0" fmla="*/ 0 w 2237447"/>
              <a:gd name="connsiteY0" fmla="*/ 0 h 5240869"/>
              <a:gd name="connsiteX1" fmla="*/ 2237447 w 2237447"/>
              <a:gd name="connsiteY1" fmla="*/ 0 h 5240869"/>
              <a:gd name="connsiteX2" fmla="*/ 2237447 w 2237447"/>
              <a:gd name="connsiteY2" fmla="*/ 4607377 h 5240869"/>
              <a:gd name="connsiteX3" fmla="*/ 1968546 w 2237447"/>
              <a:gd name="connsiteY3" fmla="*/ 5240869 h 5240869"/>
              <a:gd name="connsiteX4" fmla="*/ 0 w 2237447"/>
              <a:gd name="connsiteY4" fmla="*/ 5240869 h 52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447" h="5240869">
                <a:moveTo>
                  <a:pt x="0" y="0"/>
                </a:moveTo>
                <a:lnTo>
                  <a:pt x="2237447" y="0"/>
                </a:lnTo>
                <a:lnTo>
                  <a:pt x="2237447" y="4607377"/>
                </a:lnTo>
                <a:lnTo>
                  <a:pt x="1968546" y="5240869"/>
                </a:lnTo>
                <a:lnTo>
                  <a:pt x="0" y="524086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FEC247-5A3D-7CDC-10B5-8F856FAE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E3F5D33-B0DC-594C-3143-88D2D3A953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F6923B4-A424-24B7-A38F-A579634731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425574"/>
            <a:ext cx="5016000" cy="3236150"/>
          </a:xfrm>
        </p:spPr>
        <p:txBody>
          <a:bodyPr>
            <a:normAutofit/>
          </a:bodyPr>
          <a:lstStyle>
            <a:lvl1pPr marL="0" indent="0">
              <a:buNone/>
              <a:defRPr sz="6000" spc="-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97B0FD-0D25-1FE5-DA2D-B132D5787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206" y="1631144"/>
            <a:ext cx="5457497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lnSpc>
                <a:spcPct val="85000"/>
              </a:lnSpc>
              <a:spcBef>
                <a:spcPts val="1000"/>
              </a:spcBef>
              <a:buNone/>
              <a:defRPr>
                <a:solidFill>
                  <a:schemeClr val="accent4"/>
                </a:solidFill>
              </a:defRPr>
            </a:lvl1pPr>
            <a:lvl2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2pPr>
            <a:lvl3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3pPr>
            <a:lvl4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4pPr>
            <a:lvl5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6468D35-053B-77AC-9C2F-B8C0F1B0204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17DAAE-2643-359E-3B1C-478F197E6DE3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421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para - range r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7EF546F1-6138-A647-AE11-C7F635B4A7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020000">
            <a:off x="2070296" y="3396127"/>
            <a:ext cx="1756434" cy="4114172"/>
          </a:xfrm>
          <a:custGeom>
            <a:avLst/>
            <a:gdLst>
              <a:gd name="connsiteX0" fmla="*/ 0 w 2237447"/>
              <a:gd name="connsiteY0" fmla="*/ 0 h 5240869"/>
              <a:gd name="connsiteX1" fmla="*/ 2237447 w 2237447"/>
              <a:gd name="connsiteY1" fmla="*/ 0 h 5240869"/>
              <a:gd name="connsiteX2" fmla="*/ 2237447 w 2237447"/>
              <a:gd name="connsiteY2" fmla="*/ 4607377 h 5240869"/>
              <a:gd name="connsiteX3" fmla="*/ 1968546 w 2237447"/>
              <a:gd name="connsiteY3" fmla="*/ 5240869 h 5240869"/>
              <a:gd name="connsiteX4" fmla="*/ 0 w 2237447"/>
              <a:gd name="connsiteY4" fmla="*/ 5240869 h 52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447" h="5240869">
                <a:moveTo>
                  <a:pt x="0" y="0"/>
                </a:moveTo>
                <a:lnTo>
                  <a:pt x="2237447" y="0"/>
                </a:lnTo>
                <a:lnTo>
                  <a:pt x="2237447" y="4607377"/>
                </a:lnTo>
                <a:lnTo>
                  <a:pt x="1968546" y="5240869"/>
                </a:lnTo>
                <a:lnTo>
                  <a:pt x="0" y="524086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FEC247-5A3D-7CDC-10B5-8F856FAEC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E3F5D33-B0DC-594C-3143-88D2D3A953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A197B0FD-0D25-1FE5-DA2D-B132D5787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8226" y="1631144"/>
            <a:ext cx="6581477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lnSpc>
                <a:spcPct val="85000"/>
              </a:lnSpc>
              <a:spcBef>
                <a:spcPts val="1000"/>
              </a:spcBef>
              <a:buNone/>
              <a:defRPr>
                <a:solidFill>
                  <a:schemeClr val="accent4"/>
                </a:solidFill>
              </a:defRPr>
            </a:lvl1pPr>
            <a:lvl2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2pPr>
            <a:lvl3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3pPr>
            <a:lvl4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4pPr>
            <a:lvl5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8F7338D-FAAB-70B6-94BF-A8073940A6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80000" y="1425574"/>
            <a:ext cx="3734888" cy="3236150"/>
          </a:xfrm>
        </p:spPr>
        <p:txBody>
          <a:bodyPr>
            <a:normAutofit/>
          </a:bodyPr>
          <a:lstStyle>
            <a:lvl1pPr marL="0" indent="0" algn="r">
              <a:buNone/>
              <a:defRPr sz="6000" spc="-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054681C-93A4-D2E4-D337-1A665891EB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66A412-032E-E552-AEB7-843B0174CF3A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911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pos="1587">
          <p15:clr>
            <a:srgbClr val="FBAE40"/>
          </p15:clr>
        </p15:guide>
        <p15:guide id="5" pos="1761">
          <p15:clr>
            <a:srgbClr val="FBAE40"/>
          </p15:clr>
        </p15:guide>
        <p15:guide id="6" pos="3033">
          <p15:clr>
            <a:srgbClr val="FBAE40"/>
          </p15:clr>
        </p15:guide>
        <p15:guide id="7" pos="3212">
          <p15:clr>
            <a:srgbClr val="FBAE40"/>
          </p15:clr>
        </p15:guide>
        <p15:guide id="8" pos="4475">
          <p15:clr>
            <a:srgbClr val="FBAE40"/>
          </p15:clr>
        </p15:guide>
        <p15:guide id="9" pos="4649">
          <p15:clr>
            <a:srgbClr val="FBAE40"/>
          </p15:clr>
        </p15:guide>
        <p15:guide id="10" pos="5922">
          <p15:clr>
            <a:srgbClr val="FBAE40"/>
          </p15:clr>
        </p15:guide>
        <p15:guide id="11" pos="6096">
          <p15:clr>
            <a:srgbClr val="FBAE40"/>
          </p15:clr>
        </p15:guide>
        <p15:guide id="12" orient="horz" pos="2160">
          <p15:clr>
            <a:srgbClr val="FBAE40"/>
          </p15:clr>
        </p15:guide>
        <p15:guide id="13" orient="horz" pos="377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D8E8AA9-12A7-F104-B1D7-F2EAC80D0A42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98227" y="1631144"/>
            <a:ext cx="593562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>
              <a:lnSpc>
                <a:spcPct val="85000"/>
              </a:lnSpc>
              <a:spcBef>
                <a:spcPts val="1000"/>
              </a:spcBef>
              <a:buNone/>
              <a:defRPr>
                <a:solidFill>
                  <a:schemeClr val="accent4"/>
                </a:solidFill>
              </a:defRPr>
            </a:lvl1pPr>
            <a:lvl2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2pPr>
            <a:lvl3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3pPr>
            <a:lvl4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4pPr>
            <a:lvl5pPr>
              <a:lnSpc>
                <a:spcPct val="80000"/>
              </a:lnSpc>
              <a:spcBef>
                <a:spcPts val="1000"/>
              </a:spcBef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DA98CA4-DDD8-110E-107C-6C3E8FE2C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020000">
            <a:off x="2070296" y="3396127"/>
            <a:ext cx="1756434" cy="4114172"/>
          </a:xfrm>
          <a:custGeom>
            <a:avLst/>
            <a:gdLst>
              <a:gd name="connsiteX0" fmla="*/ 0 w 2237447"/>
              <a:gd name="connsiteY0" fmla="*/ 0 h 5240869"/>
              <a:gd name="connsiteX1" fmla="*/ 2237447 w 2237447"/>
              <a:gd name="connsiteY1" fmla="*/ 0 h 5240869"/>
              <a:gd name="connsiteX2" fmla="*/ 2237447 w 2237447"/>
              <a:gd name="connsiteY2" fmla="*/ 4607377 h 5240869"/>
              <a:gd name="connsiteX3" fmla="*/ 1968546 w 2237447"/>
              <a:gd name="connsiteY3" fmla="*/ 5240869 h 5240869"/>
              <a:gd name="connsiteX4" fmla="*/ 0 w 2237447"/>
              <a:gd name="connsiteY4" fmla="*/ 5240869 h 52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447" h="5240869">
                <a:moveTo>
                  <a:pt x="0" y="0"/>
                </a:moveTo>
                <a:lnTo>
                  <a:pt x="2237447" y="0"/>
                </a:lnTo>
                <a:lnTo>
                  <a:pt x="2237447" y="4607377"/>
                </a:lnTo>
                <a:lnTo>
                  <a:pt x="1968546" y="5240869"/>
                </a:lnTo>
                <a:lnTo>
                  <a:pt x="0" y="524086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CECAE8-0615-F6F0-F231-8267E5DF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368300"/>
            <a:ext cx="3758142" cy="1203113"/>
          </a:xfrm>
        </p:spPr>
        <p:txBody>
          <a:bodyPr anchor="b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BA692C6-2F66-8806-1C10-AC928BC980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69C08-05C6-F5A7-5003-EBBDEA8AD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6325" y="1628776"/>
            <a:ext cx="3758142" cy="2915096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6D209C-3ECB-27C2-3E01-66F4D42BC5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44A6B0-6538-188E-E6E6-56A478AA3733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8061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DA98CA4-DDD8-110E-107C-6C3E8FE2CC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020000">
            <a:off x="2070296" y="3396127"/>
            <a:ext cx="1756434" cy="4114172"/>
          </a:xfrm>
          <a:custGeom>
            <a:avLst/>
            <a:gdLst>
              <a:gd name="connsiteX0" fmla="*/ 0 w 2237447"/>
              <a:gd name="connsiteY0" fmla="*/ 0 h 5240869"/>
              <a:gd name="connsiteX1" fmla="*/ 2237447 w 2237447"/>
              <a:gd name="connsiteY1" fmla="*/ 0 h 5240869"/>
              <a:gd name="connsiteX2" fmla="*/ 2237447 w 2237447"/>
              <a:gd name="connsiteY2" fmla="*/ 4607377 h 5240869"/>
              <a:gd name="connsiteX3" fmla="*/ 1968546 w 2237447"/>
              <a:gd name="connsiteY3" fmla="*/ 5240869 h 5240869"/>
              <a:gd name="connsiteX4" fmla="*/ 0 w 2237447"/>
              <a:gd name="connsiteY4" fmla="*/ 5240869 h 52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447" h="5240869">
                <a:moveTo>
                  <a:pt x="0" y="0"/>
                </a:moveTo>
                <a:lnTo>
                  <a:pt x="2237447" y="0"/>
                </a:lnTo>
                <a:lnTo>
                  <a:pt x="2237447" y="4607377"/>
                </a:lnTo>
                <a:lnTo>
                  <a:pt x="1968546" y="5240869"/>
                </a:lnTo>
                <a:lnTo>
                  <a:pt x="0" y="524086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CECAE8-0615-F6F0-F231-8267E5DF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325" y="368300"/>
            <a:ext cx="3758142" cy="1203113"/>
          </a:xfrm>
        </p:spPr>
        <p:txBody>
          <a:bodyPr anchor="b"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BA692C6-2F66-8806-1C10-AC928BC980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69C08-05C6-F5A7-5003-EBBDEA8AD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6325" y="1628776"/>
            <a:ext cx="3758142" cy="2915096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76D209C-3ECB-27C2-3E01-66F4D42BC5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AAB5B-933C-98A0-63CA-75776613E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7093" y="1628776"/>
            <a:ext cx="5926757" cy="4232274"/>
          </a:xfrm>
          <a:pattFill prst="pct5">
            <a:fgClr>
              <a:schemeClr val="accent6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88179F-DBF7-58CB-E528-187C4AC09389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44977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Slide Dow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2E86035-FC81-C834-93D4-95EE835EF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235" r="10235"/>
          <a:stretch>
            <a:fillRect/>
          </a:stretch>
        </p:blipFill>
        <p:spPr>
          <a:xfrm rot="5400000">
            <a:off x="2666999" y="-1190564"/>
            <a:ext cx="6858001" cy="9239132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0E808B3-0E40-7411-C03B-DF9BB537A9E5}"/>
              </a:ext>
            </a:extLst>
          </p:cNvPr>
          <p:cNvSpPr/>
          <p:nvPr/>
        </p:nvSpPr>
        <p:spPr>
          <a:xfrm>
            <a:off x="11030013" y="377253"/>
            <a:ext cx="197866" cy="208724"/>
          </a:xfrm>
          <a:custGeom>
            <a:avLst/>
            <a:gdLst>
              <a:gd name="connsiteX0" fmla="*/ 105156 w 197866"/>
              <a:gd name="connsiteY0" fmla="*/ 208725 h 208724"/>
              <a:gd name="connsiteX1" fmla="*/ 197739 w 197866"/>
              <a:gd name="connsiteY1" fmla="*/ 153289 h 208724"/>
              <a:gd name="connsiteX2" fmla="*/ 159131 w 197866"/>
              <a:gd name="connsiteY2" fmla="*/ 131191 h 208724"/>
              <a:gd name="connsiteX3" fmla="*/ 158242 w 197866"/>
              <a:gd name="connsiteY3" fmla="*/ 131191 h 208724"/>
              <a:gd name="connsiteX4" fmla="*/ 105219 w 197866"/>
              <a:gd name="connsiteY4" fmla="*/ 164846 h 208724"/>
              <a:gd name="connsiteX5" fmla="*/ 47307 w 197866"/>
              <a:gd name="connsiteY5" fmla="*/ 104394 h 208724"/>
              <a:gd name="connsiteX6" fmla="*/ 63500 w 197866"/>
              <a:gd name="connsiteY6" fmla="*/ 60770 h 208724"/>
              <a:gd name="connsiteX7" fmla="*/ 105346 w 197866"/>
              <a:gd name="connsiteY7" fmla="*/ 43942 h 208724"/>
              <a:gd name="connsiteX8" fmla="*/ 158305 w 197866"/>
              <a:gd name="connsiteY8" fmla="*/ 79121 h 208724"/>
              <a:gd name="connsiteX9" fmla="*/ 197866 w 197866"/>
              <a:gd name="connsiteY9" fmla="*/ 56452 h 208724"/>
              <a:gd name="connsiteX10" fmla="*/ 103632 w 197866"/>
              <a:gd name="connsiteY10" fmla="*/ 0 h 208724"/>
              <a:gd name="connsiteX11" fmla="*/ 0 w 197866"/>
              <a:gd name="connsiteY11" fmla="*/ 104204 h 208724"/>
              <a:gd name="connsiteX12" fmla="*/ 105156 w 197866"/>
              <a:gd name="connsiteY12" fmla="*/ 208725 h 208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7866" h="208724">
                <a:moveTo>
                  <a:pt x="105156" y="208725"/>
                </a:moveTo>
                <a:cubicBezTo>
                  <a:pt x="147066" y="208725"/>
                  <a:pt x="180784" y="185674"/>
                  <a:pt x="197739" y="153289"/>
                </a:cubicBezTo>
                <a:lnTo>
                  <a:pt x="159131" y="131191"/>
                </a:lnTo>
                <a:lnTo>
                  <a:pt x="158242" y="131191"/>
                </a:lnTo>
                <a:cubicBezTo>
                  <a:pt x="151067" y="147384"/>
                  <a:pt x="134493" y="164783"/>
                  <a:pt x="105219" y="164846"/>
                </a:cubicBezTo>
                <a:cubicBezTo>
                  <a:pt x="71945" y="164846"/>
                  <a:pt x="47307" y="139573"/>
                  <a:pt x="47307" y="104394"/>
                </a:cubicBezTo>
                <a:cubicBezTo>
                  <a:pt x="47307" y="87186"/>
                  <a:pt x="53467" y="71247"/>
                  <a:pt x="63500" y="60770"/>
                </a:cubicBezTo>
                <a:cubicBezTo>
                  <a:pt x="74867" y="49403"/>
                  <a:pt x="88138" y="43498"/>
                  <a:pt x="105346" y="43942"/>
                </a:cubicBezTo>
                <a:cubicBezTo>
                  <a:pt x="131001" y="43815"/>
                  <a:pt x="149796" y="58420"/>
                  <a:pt x="158305" y="79121"/>
                </a:cubicBezTo>
                <a:lnTo>
                  <a:pt x="197866" y="56452"/>
                </a:lnTo>
                <a:cubicBezTo>
                  <a:pt x="180404" y="21717"/>
                  <a:pt x="144463" y="0"/>
                  <a:pt x="103632" y="0"/>
                </a:cubicBezTo>
                <a:cubicBezTo>
                  <a:pt x="44641" y="0"/>
                  <a:pt x="0" y="46355"/>
                  <a:pt x="0" y="104204"/>
                </a:cubicBezTo>
                <a:cubicBezTo>
                  <a:pt x="0" y="162052"/>
                  <a:pt x="43117" y="208725"/>
                  <a:pt x="105156" y="208725"/>
                </a:cubicBez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30405E-3591-ACF9-B342-31DC5C2D1BFA}"/>
              </a:ext>
            </a:extLst>
          </p:cNvPr>
          <p:cNvSpPr/>
          <p:nvPr/>
        </p:nvSpPr>
        <p:spPr>
          <a:xfrm>
            <a:off x="12191936" y="0"/>
            <a:ext cx="6350" cy="1291272"/>
          </a:xfrm>
          <a:custGeom>
            <a:avLst/>
            <a:gdLst>
              <a:gd name="connsiteX0" fmla="*/ 0 w 6350"/>
              <a:gd name="connsiteY0" fmla="*/ 0 h 1291272"/>
              <a:gd name="connsiteX1" fmla="*/ 0 w 6350"/>
              <a:gd name="connsiteY1" fmla="*/ 0 h 1291272"/>
              <a:gd name="connsiteX2" fmla="*/ 0 w 6350"/>
              <a:gd name="connsiteY2" fmla="*/ 1291273 h 1291272"/>
              <a:gd name="connsiteX3" fmla="*/ 0 w 6350"/>
              <a:gd name="connsiteY3" fmla="*/ 0 h 12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0" h="1291272">
                <a:moveTo>
                  <a:pt x="0" y="0"/>
                </a:moveTo>
                <a:lnTo>
                  <a:pt x="0" y="0"/>
                </a:lnTo>
                <a:lnTo>
                  <a:pt x="0" y="1291273"/>
                </a:lnTo>
                <a:lnTo>
                  <a:pt x="0" y="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F8EB47-1944-9F2E-3EB1-4312DE31F522}"/>
              </a:ext>
            </a:extLst>
          </p:cNvPr>
          <p:cNvSpPr/>
          <p:nvPr/>
        </p:nvSpPr>
        <p:spPr>
          <a:xfrm>
            <a:off x="11589415" y="331470"/>
            <a:ext cx="88298" cy="248221"/>
          </a:xfrm>
          <a:custGeom>
            <a:avLst/>
            <a:gdLst>
              <a:gd name="connsiteX0" fmla="*/ 43086 w 88298"/>
              <a:gd name="connsiteY0" fmla="*/ 248222 h 248221"/>
              <a:gd name="connsiteX1" fmla="*/ 43086 w 88298"/>
              <a:gd name="connsiteY1" fmla="*/ 248222 h 248221"/>
              <a:gd name="connsiteX2" fmla="*/ 88298 w 88298"/>
              <a:gd name="connsiteY2" fmla="*/ 248222 h 248221"/>
              <a:gd name="connsiteX3" fmla="*/ 88298 w 88298"/>
              <a:gd name="connsiteY3" fmla="*/ 211519 h 248221"/>
              <a:gd name="connsiteX4" fmla="*/ 61120 w 88298"/>
              <a:gd name="connsiteY4" fmla="*/ 211519 h 248221"/>
              <a:gd name="connsiteX5" fmla="*/ 47087 w 88298"/>
              <a:gd name="connsiteY5" fmla="*/ 199517 h 248221"/>
              <a:gd name="connsiteX6" fmla="*/ 47087 w 88298"/>
              <a:gd name="connsiteY6" fmla="*/ 93409 h 248221"/>
              <a:gd name="connsiteX7" fmla="*/ 84869 w 88298"/>
              <a:gd name="connsiteY7" fmla="*/ 93409 h 248221"/>
              <a:gd name="connsiteX8" fmla="*/ 84869 w 88298"/>
              <a:gd name="connsiteY8" fmla="*/ 56642 h 248221"/>
              <a:gd name="connsiteX9" fmla="*/ 47087 w 88298"/>
              <a:gd name="connsiteY9" fmla="*/ 56642 h 248221"/>
              <a:gd name="connsiteX10" fmla="*/ 47087 w 88298"/>
              <a:gd name="connsiteY10" fmla="*/ 0 h 248221"/>
              <a:gd name="connsiteX11" fmla="*/ 33 w 88298"/>
              <a:gd name="connsiteY11" fmla="*/ 0 h 248221"/>
              <a:gd name="connsiteX12" fmla="*/ 33 w 88298"/>
              <a:gd name="connsiteY12" fmla="*/ 198882 h 248221"/>
              <a:gd name="connsiteX13" fmla="*/ 43023 w 88298"/>
              <a:gd name="connsiteY13" fmla="*/ 248158 h 24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8298" h="248221">
                <a:moveTo>
                  <a:pt x="43086" y="248222"/>
                </a:moveTo>
                <a:lnTo>
                  <a:pt x="43086" y="248222"/>
                </a:lnTo>
                <a:cubicBezTo>
                  <a:pt x="43086" y="248222"/>
                  <a:pt x="88298" y="248222"/>
                  <a:pt x="88298" y="248222"/>
                </a:cubicBezTo>
                <a:lnTo>
                  <a:pt x="88298" y="211519"/>
                </a:lnTo>
                <a:lnTo>
                  <a:pt x="61120" y="211519"/>
                </a:lnTo>
                <a:cubicBezTo>
                  <a:pt x="61120" y="211519"/>
                  <a:pt x="47467" y="211645"/>
                  <a:pt x="47087" y="199517"/>
                </a:cubicBezTo>
                <a:lnTo>
                  <a:pt x="47087" y="93409"/>
                </a:lnTo>
                <a:lnTo>
                  <a:pt x="84869" y="93409"/>
                </a:lnTo>
                <a:lnTo>
                  <a:pt x="84869" y="56642"/>
                </a:lnTo>
                <a:lnTo>
                  <a:pt x="47087" y="56642"/>
                </a:lnTo>
                <a:lnTo>
                  <a:pt x="47087" y="0"/>
                </a:lnTo>
                <a:lnTo>
                  <a:pt x="33" y="0"/>
                </a:lnTo>
                <a:lnTo>
                  <a:pt x="33" y="198882"/>
                </a:lnTo>
                <a:cubicBezTo>
                  <a:pt x="33" y="198882"/>
                  <a:pt x="-2761" y="248285"/>
                  <a:pt x="43023" y="248158"/>
                </a:cubicBez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B2A4497-79A8-924A-F481-37A75D6C0317}"/>
              </a:ext>
            </a:extLst>
          </p:cNvPr>
          <p:cNvSpPr/>
          <p:nvPr/>
        </p:nvSpPr>
        <p:spPr>
          <a:xfrm>
            <a:off x="11243754" y="377570"/>
            <a:ext cx="210501" cy="208152"/>
          </a:xfrm>
          <a:custGeom>
            <a:avLst/>
            <a:gdLst>
              <a:gd name="connsiteX0" fmla="*/ 105219 w 210501"/>
              <a:gd name="connsiteY0" fmla="*/ 208153 h 208152"/>
              <a:gd name="connsiteX1" fmla="*/ 210502 w 210501"/>
              <a:gd name="connsiteY1" fmla="*/ 104077 h 208152"/>
              <a:gd name="connsiteX2" fmla="*/ 105219 w 210501"/>
              <a:gd name="connsiteY2" fmla="*/ 0 h 208152"/>
              <a:gd name="connsiteX3" fmla="*/ 0 w 210501"/>
              <a:gd name="connsiteY3" fmla="*/ 103696 h 208152"/>
              <a:gd name="connsiteX4" fmla="*/ 0 w 210501"/>
              <a:gd name="connsiteY4" fmla="*/ 104077 h 208152"/>
              <a:gd name="connsiteX5" fmla="*/ 105219 w 210501"/>
              <a:gd name="connsiteY5" fmla="*/ 208153 h 208152"/>
              <a:gd name="connsiteX6" fmla="*/ 47053 w 210501"/>
              <a:gd name="connsiteY6" fmla="*/ 103696 h 208152"/>
              <a:gd name="connsiteX7" fmla="*/ 105283 w 210501"/>
              <a:gd name="connsiteY7" fmla="*/ 43497 h 208152"/>
              <a:gd name="connsiteX8" fmla="*/ 163513 w 210501"/>
              <a:gd name="connsiteY8" fmla="*/ 103696 h 208152"/>
              <a:gd name="connsiteX9" fmla="*/ 105283 w 210501"/>
              <a:gd name="connsiteY9" fmla="*/ 163893 h 208152"/>
              <a:gd name="connsiteX10" fmla="*/ 47053 w 210501"/>
              <a:gd name="connsiteY10" fmla="*/ 104077 h 208152"/>
              <a:gd name="connsiteX11" fmla="*/ 47053 w 210501"/>
              <a:gd name="connsiteY11" fmla="*/ 103696 h 208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0501" h="208152">
                <a:moveTo>
                  <a:pt x="105219" y="208153"/>
                </a:moveTo>
                <a:cubicBezTo>
                  <a:pt x="173672" y="208153"/>
                  <a:pt x="210502" y="154813"/>
                  <a:pt x="210502" y="104077"/>
                </a:cubicBezTo>
                <a:cubicBezTo>
                  <a:pt x="210502" y="53340"/>
                  <a:pt x="173736" y="0"/>
                  <a:pt x="105219" y="0"/>
                </a:cubicBezTo>
                <a:cubicBezTo>
                  <a:pt x="36702" y="0"/>
                  <a:pt x="0" y="53404"/>
                  <a:pt x="0" y="103696"/>
                </a:cubicBezTo>
                <a:lnTo>
                  <a:pt x="0" y="104077"/>
                </a:lnTo>
                <a:cubicBezTo>
                  <a:pt x="0" y="154813"/>
                  <a:pt x="36830" y="208153"/>
                  <a:pt x="105219" y="208153"/>
                </a:cubicBezTo>
                <a:close/>
                <a:moveTo>
                  <a:pt x="47053" y="103696"/>
                </a:moveTo>
                <a:cubicBezTo>
                  <a:pt x="47053" y="69025"/>
                  <a:pt x="73151" y="43497"/>
                  <a:pt x="105283" y="43497"/>
                </a:cubicBezTo>
                <a:cubicBezTo>
                  <a:pt x="137414" y="43497"/>
                  <a:pt x="163513" y="69025"/>
                  <a:pt x="163513" y="103696"/>
                </a:cubicBezTo>
                <a:cubicBezTo>
                  <a:pt x="163513" y="138367"/>
                  <a:pt x="137477" y="163893"/>
                  <a:pt x="105283" y="163893"/>
                </a:cubicBezTo>
                <a:cubicBezTo>
                  <a:pt x="73089" y="163893"/>
                  <a:pt x="47053" y="138367"/>
                  <a:pt x="47053" y="104077"/>
                </a:cubicBezTo>
                <a:lnTo>
                  <a:pt x="47053" y="103696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89E7033-CCCE-DB7F-F6F6-AC002188BEA9}"/>
              </a:ext>
            </a:extLst>
          </p:cNvPr>
          <p:cNvSpPr/>
          <p:nvPr/>
        </p:nvSpPr>
        <p:spPr>
          <a:xfrm>
            <a:off x="11482449" y="331470"/>
            <a:ext cx="80709" cy="248221"/>
          </a:xfrm>
          <a:custGeom>
            <a:avLst/>
            <a:gdLst>
              <a:gd name="connsiteX0" fmla="*/ 43182 w 80709"/>
              <a:gd name="connsiteY0" fmla="*/ 248222 h 248221"/>
              <a:gd name="connsiteX1" fmla="*/ 43182 w 80709"/>
              <a:gd name="connsiteY1" fmla="*/ 248222 h 248221"/>
              <a:gd name="connsiteX2" fmla="*/ 80710 w 80709"/>
              <a:gd name="connsiteY2" fmla="*/ 248222 h 248221"/>
              <a:gd name="connsiteX3" fmla="*/ 80710 w 80709"/>
              <a:gd name="connsiteY3" fmla="*/ 211519 h 248221"/>
              <a:gd name="connsiteX4" fmla="*/ 61152 w 80709"/>
              <a:gd name="connsiteY4" fmla="*/ 211519 h 248221"/>
              <a:gd name="connsiteX5" fmla="*/ 47119 w 80709"/>
              <a:gd name="connsiteY5" fmla="*/ 199517 h 248221"/>
              <a:gd name="connsiteX6" fmla="*/ 47119 w 80709"/>
              <a:gd name="connsiteY6" fmla="*/ 0 h 248221"/>
              <a:gd name="connsiteX7" fmla="*/ 65 w 80709"/>
              <a:gd name="connsiteY7" fmla="*/ 0 h 248221"/>
              <a:gd name="connsiteX8" fmla="*/ 65 w 80709"/>
              <a:gd name="connsiteY8" fmla="*/ 198882 h 248221"/>
              <a:gd name="connsiteX9" fmla="*/ 43118 w 80709"/>
              <a:gd name="connsiteY9" fmla="*/ 248158 h 248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09" h="248221">
                <a:moveTo>
                  <a:pt x="43182" y="248222"/>
                </a:moveTo>
                <a:lnTo>
                  <a:pt x="43182" y="248222"/>
                </a:lnTo>
                <a:cubicBezTo>
                  <a:pt x="43182" y="248222"/>
                  <a:pt x="80710" y="248222"/>
                  <a:pt x="80710" y="248222"/>
                </a:cubicBezTo>
                <a:lnTo>
                  <a:pt x="80710" y="211519"/>
                </a:lnTo>
                <a:lnTo>
                  <a:pt x="61152" y="211519"/>
                </a:lnTo>
                <a:cubicBezTo>
                  <a:pt x="61152" y="211519"/>
                  <a:pt x="47500" y="211645"/>
                  <a:pt x="47119" y="199517"/>
                </a:cubicBezTo>
                <a:lnTo>
                  <a:pt x="47119" y="0"/>
                </a:lnTo>
                <a:lnTo>
                  <a:pt x="65" y="0"/>
                </a:lnTo>
                <a:lnTo>
                  <a:pt x="65" y="198882"/>
                </a:lnTo>
                <a:cubicBezTo>
                  <a:pt x="65" y="198882"/>
                  <a:pt x="-3555" y="248158"/>
                  <a:pt x="43118" y="248158"/>
                </a:cubicBez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217220"/>
            <a:ext cx="11160125" cy="4588494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05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er Slide 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2E86035-FC81-C834-93D4-95EE835EF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235" r="10235"/>
          <a:stretch>
            <a:fillRect/>
          </a:stretch>
        </p:blipFill>
        <p:spPr>
          <a:xfrm rot="16200000">
            <a:off x="2666999" y="-1190564"/>
            <a:ext cx="6858001" cy="923913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30405E-3591-ACF9-B342-31DC5C2D1BFA}"/>
              </a:ext>
            </a:extLst>
          </p:cNvPr>
          <p:cNvSpPr/>
          <p:nvPr/>
        </p:nvSpPr>
        <p:spPr>
          <a:xfrm>
            <a:off x="12191936" y="0"/>
            <a:ext cx="6350" cy="1291272"/>
          </a:xfrm>
          <a:custGeom>
            <a:avLst/>
            <a:gdLst>
              <a:gd name="connsiteX0" fmla="*/ 0 w 6350"/>
              <a:gd name="connsiteY0" fmla="*/ 0 h 1291272"/>
              <a:gd name="connsiteX1" fmla="*/ 0 w 6350"/>
              <a:gd name="connsiteY1" fmla="*/ 0 h 1291272"/>
              <a:gd name="connsiteX2" fmla="*/ 0 w 6350"/>
              <a:gd name="connsiteY2" fmla="*/ 1291273 h 1291272"/>
              <a:gd name="connsiteX3" fmla="*/ 0 w 6350"/>
              <a:gd name="connsiteY3" fmla="*/ 0 h 12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0" h="1291272">
                <a:moveTo>
                  <a:pt x="0" y="0"/>
                </a:moveTo>
                <a:lnTo>
                  <a:pt x="0" y="0"/>
                </a:lnTo>
                <a:lnTo>
                  <a:pt x="0" y="1291273"/>
                </a:lnTo>
                <a:lnTo>
                  <a:pt x="0" y="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09BA74-8CE1-1B40-08CA-949B1D83CB5C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0E808B3-0E40-7411-C03B-DF9BB537A9E5}"/>
                </a:ext>
              </a:extLst>
            </p:cNvPr>
            <p:cNvSpPr/>
            <p:nvPr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F8EB47-1944-9F2E-3EB1-4312DE31F522}"/>
                </a:ext>
              </a:extLst>
            </p:cNvPr>
            <p:cNvSpPr/>
            <p:nvPr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2A4497-79A8-924A-F481-37A75D6C0317}"/>
                </a:ext>
              </a:extLst>
            </p:cNvPr>
            <p:cNvSpPr/>
            <p:nvPr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9E7033-CCCE-DB7F-F6F6-AC002188BEA9}"/>
                </a:ext>
              </a:extLst>
            </p:cNvPr>
            <p:cNvSpPr/>
            <p:nvPr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217220"/>
            <a:ext cx="11160125" cy="4588494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4BC2D2-6D56-184A-CF4C-188A08C5E82A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151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Breaker Slide Up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2E86035-FC81-C834-93D4-95EE835EF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235" r="10235"/>
          <a:stretch>
            <a:fillRect/>
          </a:stretch>
        </p:blipFill>
        <p:spPr>
          <a:xfrm rot="16200000">
            <a:off x="2666999" y="-1190564"/>
            <a:ext cx="6858001" cy="923913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30405E-3591-ACF9-B342-31DC5C2D1BFA}"/>
              </a:ext>
            </a:extLst>
          </p:cNvPr>
          <p:cNvSpPr/>
          <p:nvPr/>
        </p:nvSpPr>
        <p:spPr>
          <a:xfrm>
            <a:off x="12191936" y="0"/>
            <a:ext cx="6350" cy="1291272"/>
          </a:xfrm>
          <a:custGeom>
            <a:avLst/>
            <a:gdLst>
              <a:gd name="connsiteX0" fmla="*/ 0 w 6350"/>
              <a:gd name="connsiteY0" fmla="*/ 0 h 1291272"/>
              <a:gd name="connsiteX1" fmla="*/ 0 w 6350"/>
              <a:gd name="connsiteY1" fmla="*/ 0 h 1291272"/>
              <a:gd name="connsiteX2" fmla="*/ 0 w 6350"/>
              <a:gd name="connsiteY2" fmla="*/ 1291273 h 1291272"/>
              <a:gd name="connsiteX3" fmla="*/ 0 w 6350"/>
              <a:gd name="connsiteY3" fmla="*/ 0 h 12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0" h="1291272">
                <a:moveTo>
                  <a:pt x="0" y="0"/>
                </a:moveTo>
                <a:lnTo>
                  <a:pt x="0" y="0"/>
                </a:lnTo>
                <a:lnTo>
                  <a:pt x="0" y="1291273"/>
                </a:lnTo>
                <a:lnTo>
                  <a:pt x="0" y="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09BA74-8CE1-1B40-08CA-949B1D83CB5C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0E808B3-0E40-7411-C03B-DF9BB537A9E5}"/>
                </a:ext>
              </a:extLst>
            </p:cNvPr>
            <p:cNvSpPr/>
            <p:nvPr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F8EB47-1944-9F2E-3EB1-4312DE31F522}"/>
                </a:ext>
              </a:extLst>
            </p:cNvPr>
            <p:cNvSpPr/>
            <p:nvPr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2A4497-79A8-924A-F481-37A75D6C0317}"/>
                </a:ext>
              </a:extLst>
            </p:cNvPr>
            <p:cNvSpPr/>
            <p:nvPr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9E7033-CCCE-DB7F-F6F6-AC002188BEA9}"/>
                </a:ext>
              </a:extLst>
            </p:cNvPr>
            <p:cNvSpPr/>
            <p:nvPr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217220"/>
            <a:ext cx="11160125" cy="4588494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BF5FCE-E106-0A3F-45A3-38EEA7DEB579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10276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Breaker Slide 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B2E86035-FC81-C834-93D4-95EE835EF1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235" r="10235"/>
          <a:stretch>
            <a:fillRect/>
          </a:stretch>
        </p:blipFill>
        <p:spPr>
          <a:xfrm rot="16200000">
            <a:off x="2666999" y="-1190564"/>
            <a:ext cx="6858001" cy="9239132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B30405E-3591-ACF9-B342-31DC5C2D1BFA}"/>
              </a:ext>
            </a:extLst>
          </p:cNvPr>
          <p:cNvSpPr/>
          <p:nvPr/>
        </p:nvSpPr>
        <p:spPr>
          <a:xfrm>
            <a:off x="12191936" y="0"/>
            <a:ext cx="6350" cy="1291272"/>
          </a:xfrm>
          <a:custGeom>
            <a:avLst/>
            <a:gdLst>
              <a:gd name="connsiteX0" fmla="*/ 0 w 6350"/>
              <a:gd name="connsiteY0" fmla="*/ 0 h 1291272"/>
              <a:gd name="connsiteX1" fmla="*/ 0 w 6350"/>
              <a:gd name="connsiteY1" fmla="*/ 0 h 1291272"/>
              <a:gd name="connsiteX2" fmla="*/ 0 w 6350"/>
              <a:gd name="connsiteY2" fmla="*/ 1291273 h 1291272"/>
              <a:gd name="connsiteX3" fmla="*/ 0 w 6350"/>
              <a:gd name="connsiteY3" fmla="*/ 0 h 129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50" h="1291272">
                <a:moveTo>
                  <a:pt x="0" y="0"/>
                </a:moveTo>
                <a:lnTo>
                  <a:pt x="0" y="0"/>
                </a:lnTo>
                <a:lnTo>
                  <a:pt x="0" y="1291273"/>
                </a:lnTo>
                <a:lnTo>
                  <a:pt x="0" y="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09BA74-8CE1-1B40-08CA-949B1D83CB5C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0E808B3-0E40-7411-C03B-DF9BB537A9E5}"/>
                </a:ext>
              </a:extLst>
            </p:cNvPr>
            <p:cNvSpPr/>
            <p:nvPr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F8EB47-1944-9F2E-3EB1-4312DE31F522}"/>
                </a:ext>
              </a:extLst>
            </p:cNvPr>
            <p:cNvSpPr/>
            <p:nvPr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2A4497-79A8-924A-F481-37A75D6C0317}"/>
                </a:ext>
              </a:extLst>
            </p:cNvPr>
            <p:cNvSpPr/>
            <p:nvPr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9E7033-CCCE-DB7F-F6F6-AC002188BEA9}"/>
                </a:ext>
              </a:extLst>
            </p:cNvPr>
            <p:cNvSpPr/>
            <p:nvPr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no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217220"/>
            <a:ext cx="11160125" cy="4588494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rgbClr val="0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2C1C15-0F4E-7C3E-9C84-2CF745D5B2C2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28883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Text_Blac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C2AADA-26DC-6D81-FC80-B793EBE01A4F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  <a:solidFill>
            <a:srgbClr val="FFFFFF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0E808B3-0E40-7411-C03B-DF9BB537A9E5}"/>
                </a:ext>
              </a:extLst>
            </p:cNvPr>
            <p:cNvSpPr/>
            <p:nvPr userDrawn="1"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F8EB47-1944-9F2E-3EB1-4312DE31F522}"/>
                </a:ext>
              </a:extLst>
            </p:cNvPr>
            <p:cNvSpPr/>
            <p:nvPr userDrawn="1"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2A4497-79A8-924A-F481-37A75D6C0317}"/>
                </a:ext>
              </a:extLst>
            </p:cNvPr>
            <p:cNvSpPr/>
            <p:nvPr userDrawn="1"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9E7033-CCCE-DB7F-F6F6-AC002188BEA9}"/>
                </a:ext>
              </a:extLst>
            </p:cNvPr>
            <p:cNvSpPr/>
            <p:nvPr userDrawn="1"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038059"/>
            <a:ext cx="11160125" cy="4946816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STYLE.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26A70C-F009-B22B-EADD-E03F5A535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FAF3CB9-413D-01C3-4375-AB0E57B1BD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6A061246-C110-F037-F7BC-23222D6248FD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rgbClr val="FFFFFF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37542-7E8F-A101-8BEC-DED082EDE5C0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849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Text_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C2AADA-26DC-6D81-FC80-B793EBE01A4F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  <a:solidFill>
            <a:srgbClr val="FFFFFF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0E808B3-0E40-7411-C03B-DF9BB537A9E5}"/>
                </a:ext>
              </a:extLst>
            </p:cNvPr>
            <p:cNvSpPr/>
            <p:nvPr userDrawn="1"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F8EB47-1944-9F2E-3EB1-4312DE31F522}"/>
                </a:ext>
              </a:extLst>
            </p:cNvPr>
            <p:cNvSpPr/>
            <p:nvPr userDrawn="1"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2A4497-79A8-924A-F481-37A75D6C0317}"/>
                </a:ext>
              </a:extLst>
            </p:cNvPr>
            <p:cNvSpPr/>
            <p:nvPr userDrawn="1"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9E7033-CCCE-DB7F-F6F6-AC002188BEA9}"/>
                </a:ext>
              </a:extLst>
            </p:cNvPr>
            <p:cNvSpPr/>
            <p:nvPr userDrawn="1"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038059"/>
            <a:ext cx="11160125" cy="4946816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STYLE.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26A70C-F009-B22B-EADD-E03F5A535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FAF3CB9-413D-01C3-4375-AB0E57B1BD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7DDB2BD-514C-66CD-F5B3-BA490EB95E04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rgbClr val="FFFFFF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7DA9D4-760F-815B-C0BA-DA224188BC6D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15266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Text_Gre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C2AADA-26DC-6D81-FC80-B793EBE01A4F}"/>
              </a:ext>
            </a:extLst>
          </p:cNvPr>
          <p:cNvGrpSpPr/>
          <p:nvPr userDrawn="1"/>
        </p:nvGrpSpPr>
        <p:grpSpPr>
          <a:xfrm>
            <a:off x="11030013" y="331470"/>
            <a:ext cx="647700" cy="254507"/>
            <a:chOff x="11030013" y="331470"/>
            <a:chExt cx="647700" cy="254507"/>
          </a:xfrm>
          <a:solidFill>
            <a:srgbClr val="FFFFFF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0E808B3-0E40-7411-C03B-DF9BB537A9E5}"/>
                </a:ext>
              </a:extLst>
            </p:cNvPr>
            <p:cNvSpPr/>
            <p:nvPr userDrawn="1"/>
          </p:nvSpPr>
          <p:spPr>
            <a:xfrm>
              <a:off x="11030013" y="377253"/>
              <a:ext cx="197866" cy="208724"/>
            </a:xfrm>
            <a:custGeom>
              <a:avLst/>
              <a:gdLst>
                <a:gd name="connsiteX0" fmla="*/ 105156 w 197866"/>
                <a:gd name="connsiteY0" fmla="*/ 208725 h 208724"/>
                <a:gd name="connsiteX1" fmla="*/ 197739 w 197866"/>
                <a:gd name="connsiteY1" fmla="*/ 153289 h 208724"/>
                <a:gd name="connsiteX2" fmla="*/ 159131 w 197866"/>
                <a:gd name="connsiteY2" fmla="*/ 131191 h 208724"/>
                <a:gd name="connsiteX3" fmla="*/ 158242 w 197866"/>
                <a:gd name="connsiteY3" fmla="*/ 131191 h 208724"/>
                <a:gd name="connsiteX4" fmla="*/ 105219 w 197866"/>
                <a:gd name="connsiteY4" fmla="*/ 164846 h 208724"/>
                <a:gd name="connsiteX5" fmla="*/ 47307 w 197866"/>
                <a:gd name="connsiteY5" fmla="*/ 104394 h 208724"/>
                <a:gd name="connsiteX6" fmla="*/ 63500 w 197866"/>
                <a:gd name="connsiteY6" fmla="*/ 60770 h 208724"/>
                <a:gd name="connsiteX7" fmla="*/ 105346 w 197866"/>
                <a:gd name="connsiteY7" fmla="*/ 43942 h 208724"/>
                <a:gd name="connsiteX8" fmla="*/ 158305 w 197866"/>
                <a:gd name="connsiteY8" fmla="*/ 79121 h 208724"/>
                <a:gd name="connsiteX9" fmla="*/ 197866 w 197866"/>
                <a:gd name="connsiteY9" fmla="*/ 56452 h 208724"/>
                <a:gd name="connsiteX10" fmla="*/ 103632 w 197866"/>
                <a:gd name="connsiteY10" fmla="*/ 0 h 208724"/>
                <a:gd name="connsiteX11" fmla="*/ 0 w 197866"/>
                <a:gd name="connsiteY11" fmla="*/ 104204 h 208724"/>
                <a:gd name="connsiteX12" fmla="*/ 105156 w 197866"/>
                <a:gd name="connsiteY12" fmla="*/ 208725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7866" h="208724">
                  <a:moveTo>
                    <a:pt x="105156" y="208725"/>
                  </a:moveTo>
                  <a:cubicBezTo>
                    <a:pt x="147066" y="208725"/>
                    <a:pt x="180784" y="185674"/>
                    <a:pt x="197739" y="153289"/>
                  </a:cubicBezTo>
                  <a:lnTo>
                    <a:pt x="159131" y="131191"/>
                  </a:lnTo>
                  <a:lnTo>
                    <a:pt x="158242" y="131191"/>
                  </a:lnTo>
                  <a:cubicBezTo>
                    <a:pt x="151067" y="147384"/>
                    <a:pt x="134493" y="164783"/>
                    <a:pt x="105219" y="164846"/>
                  </a:cubicBezTo>
                  <a:cubicBezTo>
                    <a:pt x="71945" y="164846"/>
                    <a:pt x="47307" y="139573"/>
                    <a:pt x="47307" y="104394"/>
                  </a:cubicBezTo>
                  <a:cubicBezTo>
                    <a:pt x="47307" y="87186"/>
                    <a:pt x="53467" y="71247"/>
                    <a:pt x="63500" y="60770"/>
                  </a:cubicBezTo>
                  <a:cubicBezTo>
                    <a:pt x="74867" y="49403"/>
                    <a:pt x="88138" y="43498"/>
                    <a:pt x="105346" y="43942"/>
                  </a:cubicBezTo>
                  <a:cubicBezTo>
                    <a:pt x="131001" y="43815"/>
                    <a:pt x="149796" y="58420"/>
                    <a:pt x="158305" y="79121"/>
                  </a:cubicBezTo>
                  <a:lnTo>
                    <a:pt x="197866" y="56452"/>
                  </a:lnTo>
                  <a:cubicBezTo>
                    <a:pt x="180404" y="21717"/>
                    <a:pt x="144463" y="0"/>
                    <a:pt x="103632" y="0"/>
                  </a:cubicBezTo>
                  <a:cubicBezTo>
                    <a:pt x="44641" y="0"/>
                    <a:pt x="0" y="46355"/>
                    <a:pt x="0" y="104204"/>
                  </a:cubicBezTo>
                  <a:cubicBezTo>
                    <a:pt x="0" y="162052"/>
                    <a:pt x="43117" y="208725"/>
                    <a:pt x="105156" y="208725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4F8EB47-1944-9F2E-3EB1-4312DE31F522}"/>
                </a:ext>
              </a:extLst>
            </p:cNvPr>
            <p:cNvSpPr/>
            <p:nvPr userDrawn="1"/>
          </p:nvSpPr>
          <p:spPr>
            <a:xfrm>
              <a:off x="11589415" y="331470"/>
              <a:ext cx="88298" cy="248221"/>
            </a:xfrm>
            <a:custGeom>
              <a:avLst/>
              <a:gdLst>
                <a:gd name="connsiteX0" fmla="*/ 43086 w 88298"/>
                <a:gd name="connsiteY0" fmla="*/ 248222 h 248221"/>
                <a:gd name="connsiteX1" fmla="*/ 43086 w 88298"/>
                <a:gd name="connsiteY1" fmla="*/ 248222 h 248221"/>
                <a:gd name="connsiteX2" fmla="*/ 88298 w 88298"/>
                <a:gd name="connsiteY2" fmla="*/ 248222 h 248221"/>
                <a:gd name="connsiteX3" fmla="*/ 88298 w 88298"/>
                <a:gd name="connsiteY3" fmla="*/ 211519 h 248221"/>
                <a:gd name="connsiteX4" fmla="*/ 61120 w 88298"/>
                <a:gd name="connsiteY4" fmla="*/ 211519 h 248221"/>
                <a:gd name="connsiteX5" fmla="*/ 47087 w 88298"/>
                <a:gd name="connsiteY5" fmla="*/ 199517 h 248221"/>
                <a:gd name="connsiteX6" fmla="*/ 47087 w 88298"/>
                <a:gd name="connsiteY6" fmla="*/ 93409 h 248221"/>
                <a:gd name="connsiteX7" fmla="*/ 84869 w 88298"/>
                <a:gd name="connsiteY7" fmla="*/ 93409 h 248221"/>
                <a:gd name="connsiteX8" fmla="*/ 84869 w 88298"/>
                <a:gd name="connsiteY8" fmla="*/ 56642 h 248221"/>
                <a:gd name="connsiteX9" fmla="*/ 47087 w 88298"/>
                <a:gd name="connsiteY9" fmla="*/ 56642 h 248221"/>
                <a:gd name="connsiteX10" fmla="*/ 47087 w 88298"/>
                <a:gd name="connsiteY10" fmla="*/ 0 h 248221"/>
                <a:gd name="connsiteX11" fmla="*/ 33 w 88298"/>
                <a:gd name="connsiteY11" fmla="*/ 0 h 248221"/>
                <a:gd name="connsiteX12" fmla="*/ 33 w 88298"/>
                <a:gd name="connsiteY12" fmla="*/ 198882 h 248221"/>
                <a:gd name="connsiteX13" fmla="*/ 43023 w 88298"/>
                <a:gd name="connsiteY13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8298" h="248221">
                  <a:moveTo>
                    <a:pt x="43086" y="248222"/>
                  </a:moveTo>
                  <a:lnTo>
                    <a:pt x="43086" y="248222"/>
                  </a:lnTo>
                  <a:cubicBezTo>
                    <a:pt x="43086" y="248222"/>
                    <a:pt x="88298" y="248222"/>
                    <a:pt x="88298" y="248222"/>
                  </a:cubicBezTo>
                  <a:lnTo>
                    <a:pt x="88298" y="211519"/>
                  </a:lnTo>
                  <a:lnTo>
                    <a:pt x="61120" y="211519"/>
                  </a:lnTo>
                  <a:cubicBezTo>
                    <a:pt x="61120" y="211519"/>
                    <a:pt x="47467" y="211645"/>
                    <a:pt x="47087" y="199517"/>
                  </a:cubicBezTo>
                  <a:lnTo>
                    <a:pt x="47087" y="93409"/>
                  </a:lnTo>
                  <a:lnTo>
                    <a:pt x="84869" y="93409"/>
                  </a:lnTo>
                  <a:lnTo>
                    <a:pt x="84869" y="56642"/>
                  </a:lnTo>
                  <a:lnTo>
                    <a:pt x="47087" y="56642"/>
                  </a:lnTo>
                  <a:lnTo>
                    <a:pt x="47087" y="0"/>
                  </a:lnTo>
                  <a:lnTo>
                    <a:pt x="33" y="0"/>
                  </a:lnTo>
                  <a:lnTo>
                    <a:pt x="33" y="198882"/>
                  </a:lnTo>
                  <a:cubicBezTo>
                    <a:pt x="33" y="198882"/>
                    <a:pt x="-2761" y="248285"/>
                    <a:pt x="43023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2A4497-79A8-924A-F481-37A75D6C0317}"/>
                </a:ext>
              </a:extLst>
            </p:cNvPr>
            <p:cNvSpPr/>
            <p:nvPr userDrawn="1"/>
          </p:nvSpPr>
          <p:spPr>
            <a:xfrm>
              <a:off x="11243754" y="377570"/>
              <a:ext cx="210501" cy="208152"/>
            </a:xfrm>
            <a:custGeom>
              <a:avLst/>
              <a:gdLst>
                <a:gd name="connsiteX0" fmla="*/ 105219 w 210501"/>
                <a:gd name="connsiteY0" fmla="*/ 208153 h 208152"/>
                <a:gd name="connsiteX1" fmla="*/ 210502 w 210501"/>
                <a:gd name="connsiteY1" fmla="*/ 104077 h 208152"/>
                <a:gd name="connsiteX2" fmla="*/ 105219 w 210501"/>
                <a:gd name="connsiteY2" fmla="*/ 0 h 208152"/>
                <a:gd name="connsiteX3" fmla="*/ 0 w 210501"/>
                <a:gd name="connsiteY3" fmla="*/ 103696 h 208152"/>
                <a:gd name="connsiteX4" fmla="*/ 0 w 210501"/>
                <a:gd name="connsiteY4" fmla="*/ 104077 h 208152"/>
                <a:gd name="connsiteX5" fmla="*/ 105219 w 210501"/>
                <a:gd name="connsiteY5" fmla="*/ 208153 h 208152"/>
                <a:gd name="connsiteX6" fmla="*/ 47053 w 210501"/>
                <a:gd name="connsiteY6" fmla="*/ 103696 h 208152"/>
                <a:gd name="connsiteX7" fmla="*/ 105283 w 210501"/>
                <a:gd name="connsiteY7" fmla="*/ 43497 h 208152"/>
                <a:gd name="connsiteX8" fmla="*/ 163513 w 210501"/>
                <a:gd name="connsiteY8" fmla="*/ 103696 h 208152"/>
                <a:gd name="connsiteX9" fmla="*/ 105283 w 210501"/>
                <a:gd name="connsiteY9" fmla="*/ 163893 h 208152"/>
                <a:gd name="connsiteX10" fmla="*/ 47053 w 210501"/>
                <a:gd name="connsiteY10" fmla="*/ 104077 h 208152"/>
                <a:gd name="connsiteX11" fmla="*/ 47053 w 210501"/>
                <a:gd name="connsiteY11" fmla="*/ 103696 h 208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501" h="208152">
                  <a:moveTo>
                    <a:pt x="105219" y="208153"/>
                  </a:moveTo>
                  <a:cubicBezTo>
                    <a:pt x="173672" y="208153"/>
                    <a:pt x="210502" y="154813"/>
                    <a:pt x="210502" y="104077"/>
                  </a:cubicBezTo>
                  <a:cubicBezTo>
                    <a:pt x="210502" y="53340"/>
                    <a:pt x="173736" y="0"/>
                    <a:pt x="105219" y="0"/>
                  </a:cubicBezTo>
                  <a:cubicBezTo>
                    <a:pt x="36702" y="0"/>
                    <a:pt x="0" y="53404"/>
                    <a:pt x="0" y="103696"/>
                  </a:cubicBezTo>
                  <a:lnTo>
                    <a:pt x="0" y="104077"/>
                  </a:lnTo>
                  <a:cubicBezTo>
                    <a:pt x="0" y="154813"/>
                    <a:pt x="36830" y="208153"/>
                    <a:pt x="105219" y="208153"/>
                  </a:cubicBezTo>
                  <a:close/>
                  <a:moveTo>
                    <a:pt x="47053" y="103696"/>
                  </a:moveTo>
                  <a:cubicBezTo>
                    <a:pt x="47053" y="69025"/>
                    <a:pt x="73151" y="43497"/>
                    <a:pt x="105283" y="43497"/>
                  </a:cubicBezTo>
                  <a:cubicBezTo>
                    <a:pt x="137414" y="43497"/>
                    <a:pt x="163513" y="69025"/>
                    <a:pt x="163513" y="103696"/>
                  </a:cubicBezTo>
                  <a:cubicBezTo>
                    <a:pt x="163513" y="138367"/>
                    <a:pt x="137477" y="163893"/>
                    <a:pt x="105283" y="163893"/>
                  </a:cubicBezTo>
                  <a:cubicBezTo>
                    <a:pt x="73089" y="163893"/>
                    <a:pt x="47053" y="138367"/>
                    <a:pt x="47053" y="104077"/>
                  </a:cubicBezTo>
                  <a:lnTo>
                    <a:pt x="47053" y="103696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89E7033-CCCE-DB7F-F6F6-AC002188BEA9}"/>
                </a:ext>
              </a:extLst>
            </p:cNvPr>
            <p:cNvSpPr/>
            <p:nvPr userDrawn="1"/>
          </p:nvSpPr>
          <p:spPr>
            <a:xfrm>
              <a:off x="11482449" y="331470"/>
              <a:ext cx="80709" cy="248221"/>
            </a:xfrm>
            <a:custGeom>
              <a:avLst/>
              <a:gdLst>
                <a:gd name="connsiteX0" fmla="*/ 43182 w 80709"/>
                <a:gd name="connsiteY0" fmla="*/ 248222 h 248221"/>
                <a:gd name="connsiteX1" fmla="*/ 43182 w 80709"/>
                <a:gd name="connsiteY1" fmla="*/ 248222 h 248221"/>
                <a:gd name="connsiteX2" fmla="*/ 80710 w 80709"/>
                <a:gd name="connsiteY2" fmla="*/ 248222 h 248221"/>
                <a:gd name="connsiteX3" fmla="*/ 80710 w 80709"/>
                <a:gd name="connsiteY3" fmla="*/ 211519 h 248221"/>
                <a:gd name="connsiteX4" fmla="*/ 61152 w 80709"/>
                <a:gd name="connsiteY4" fmla="*/ 211519 h 248221"/>
                <a:gd name="connsiteX5" fmla="*/ 47119 w 80709"/>
                <a:gd name="connsiteY5" fmla="*/ 199517 h 248221"/>
                <a:gd name="connsiteX6" fmla="*/ 47119 w 80709"/>
                <a:gd name="connsiteY6" fmla="*/ 0 h 248221"/>
                <a:gd name="connsiteX7" fmla="*/ 65 w 80709"/>
                <a:gd name="connsiteY7" fmla="*/ 0 h 248221"/>
                <a:gd name="connsiteX8" fmla="*/ 65 w 80709"/>
                <a:gd name="connsiteY8" fmla="*/ 198882 h 248221"/>
                <a:gd name="connsiteX9" fmla="*/ 43118 w 80709"/>
                <a:gd name="connsiteY9" fmla="*/ 248158 h 24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09" h="248221">
                  <a:moveTo>
                    <a:pt x="43182" y="248222"/>
                  </a:moveTo>
                  <a:lnTo>
                    <a:pt x="43182" y="248222"/>
                  </a:lnTo>
                  <a:cubicBezTo>
                    <a:pt x="43182" y="248222"/>
                    <a:pt x="80710" y="248222"/>
                    <a:pt x="80710" y="248222"/>
                  </a:cubicBezTo>
                  <a:lnTo>
                    <a:pt x="80710" y="211519"/>
                  </a:lnTo>
                  <a:lnTo>
                    <a:pt x="61152" y="211519"/>
                  </a:lnTo>
                  <a:cubicBezTo>
                    <a:pt x="61152" y="211519"/>
                    <a:pt x="47500" y="211645"/>
                    <a:pt x="47119" y="199517"/>
                  </a:cubicBezTo>
                  <a:lnTo>
                    <a:pt x="47119" y="0"/>
                  </a:lnTo>
                  <a:lnTo>
                    <a:pt x="65" y="0"/>
                  </a:lnTo>
                  <a:lnTo>
                    <a:pt x="65" y="198882"/>
                  </a:lnTo>
                  <a:cubicBezTo>
                    <a:pt x="65" y="198882"/>
                    <a:pt x="-3555" y="248158"/>
                    <a:pt x="43118" y="248158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A59CB-B261-6149-2367-DC954267179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038059"/>
            <a:ext cx="11160125" cy="4946816"/>
          </a:xfrm>
        </p:spPr>
        <p:txBody>
          <a:bodyPr anchor="ctr">
            <a:noAutofit/>
          </a:bodyPr>
          <a:lstStyle>
            <a:lvl1pPr algn="ctr">
              <a:lnSpc>
                <a:spcPct val="70000"/>
              </a:lnSpc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STYLE.</a:t>
            </a:r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526A70C-F009-B22B-EADD-E03F5A5353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1FAF3CB9-413D-01C3-4375-AB0E57B1BD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F7DDB2BD-514C-66CD-F5B3-BA490EB95E04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rgbClr val="FFFFFF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939A53-2309-BAAD-CE6F-3819579A0CB7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39661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ext Image_Dark_Dou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6BD2752-DFC6-BB09-EE42-7ACBE45DD066}"/>
              </a:ext>
            </a:extLst>
          </p:cNvPr>
          <p:cNvSpPr/>
          <p:nvPr userDrawn="1"/>
        </p:nvSpPr>
        <p:spPr>
          <a:xfrm>
            <a:off x="10964837" y="0"/>
            <a:ext cx="1227163" cy="648369"/>
          </a:xfrm>
          <a:prstGeom prst="rect">
            <a:avLst/>
          </a:prstGeom>
          <a:solidFill>
            <a:srgbClr val="FFFFFF"/>
          </a:solidFill>
          <a:ln w="634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6D04EB7-C58F-3C20-A6B7-021908E709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" y="0"/>
            <a:ext cx="12191999" cy="6858000"/>
          </a:xfrm>
          <a:custGeom>
            <a:avLst/>
            <a:gdLst>
              <a:gd name="connsiteX0" fmla="*/ 1108943 w 12191999"/>
              <a:gd name="connsiteY0" fmla="*/ 5119963 h 6858000"/>
              <a:gd name="connsiteX1" fmla="*/ 1334206 w 12191999"/>
              <a:gd name="connsiteY1" fmla="*/ 5664968 h 6858000"/>
              <a:gd name="connsiteX2" fmla="*/ 1108943 w 12191999"/>
              <a:gd name="connsiteY2" fmla="*/ 6210029 h 6858000"/>
              <a:gd name="connsiteX3" fmla="*/ 1392136 w 12191999"/>
              <a:gd name="connsiteY3" fmla="*/ 6210029 h 6858000"/>
              <a:gd name="connsiteX4" fmla="*/ 1617342 w 12191999"/>
              <a:gd name="connsiteY4" fmla="*/ 5664968 h 6858000"/>
              <a:gd name="connsiteX5" fmla="*/ 1392136 w 12191999"/>
              <a:gd name="connsiteY5" fmla="*/ 5119963 h 6858000"/>
              <a:gd name="connsiteX6" fmla="*/ 600261 w 12191999"/>
              <a:gd name="connsiteY6" fmla="*/ 5119963 h 6858000"/>
              <a:gd name="connsiteX7" fmla="*/ 825524 w 12191999"/>
              <a:gd name="connsiteY7" fmla="*/ 5664968 h 6858000"/>
              <a:gd name="connsiteX8" fmla="*/ 600261 w 12191999"/>
              <a:gd name="connsiteY8" fmla="*/ 6210029 h 6858000"/>
              <a:gd name="connsiteX9" fmla="*/ 883397 w 12191999"/>
              <a:gd name="connsiteY9" fmla="*/ 6210029 h 6858000"/>
              <a:gd name="connsiteX10" fmla="*/ 1108660 w 12191999"/>
              <a:gd name="connsiteY10" fmla="*/ 5664968 h 6858000"/>
              <a:gd name="connsiteX11" fmla="*/ 883397 w 12191999"/>
              <a:gd name="connsiteY11" fmla="*/ 5119963 h 6858000"/>
              <a:gd name="connsiteX12" fmla="*/ 91579 w 12191999"/>
              <a:gd name="connsiteY12" fmla="*/ 5119963 h 6858000"/>
              <a:gd name="connsiteX13" fmla="*/ 204154 w 12191999"/>
              <a:gd name="connsiteY13" fmla="*/ 5392437 h 6858000"/>
              <a:gd name="connsiteX14" fmla="*/ 316785 w 12191999"/>
              <a:gd name="connsiteY14" fmla="*/ 5664968 h 6858000"/>
              <a:gd name="connsiteX15" fmla="*/ 91579 w 12191999"/>
              <a:gd name="connsiteY15" fmla="*/ 6210029 h 6858000"/>
              <a:gd name="connsiteX16" fmla="*/ 374715 w 12191999"/>
              <a:gd name="connsiteY16" fmla="*/ 6210029 h 6858000"/>
              <a:gd name="connsiteX17" fmla="*/ 599978 w 12191999"/>
              <a:gd name="connsiteY17" fmla="*/ 5664968 h 6858000"/>
              <a:gd name="connsiteX18" fmla="*/ 374715 w 12191999"/>
              <a:gd name="connsiteY18" fmla="*/ 5119963 h 6858000"/>
              <a:gd name="connsiteX19" fmla="*/ 316785 w 12191999"/>
              <a:gd name="connsiteY19" fmla="*/ 5119963 h 6858000"/>
              <a:gd name="connsiteX20" fmla="*/ 11349036 w 12191999"/>
              <a:gd name="connsiteY20" fmla="*/ 421302 h 6858000"/>
              <a:gd name="connsiteX21" fmla="*/ 11407688 w 12191999"/>
              <a:gd name="connsiteY21" fmla="*/ 481634 h 6858000"/>
              <a:gd name="connsiteX22" fmla="*/ 11349036 w 12191999"/>
              <a:gd name="connsiteY22" fmla="*/ 541987 h 6858000"/>
              <a:gd name="connsiteX23" fmla="*/ 11290384 w 12191999"/>
              <a:gd name="connsiteY23" fmla="*/ 482003 h 6858000"/>
              <a:gd name="connsiteX24" fmla="*/ 11290384 w 12191999"/>
              <a:gd name="connsiteY24" fmla="*/ 481634 h 6858000"/>
              <a:gd name="connsiteX25" fmla="*/ 11349036 w 12191999"/>
              <a:gd name="connsiteY25" fmla="*/ 421302 h 6858000"/>
              <a:gd name="connsiteX26" fmla="*/ 11349036 w 12191999"/>
              <a:gd name="connsiteY26" fmla="*/ 377655 h 6858000"/>
              <a:gd name="connsiteX27" fmla="*/ 11243006 w 12191999"/>
              <a:gd name="connsiteY27" fmla="*/ 481655 h 6858000"/>
              <a:gd name="connsiteX28" fmla="*/ 11243006 w 12191999"/>
              <a:gd name="connsiteY28" fmla="*/ 482023 h 6858000"/>
              <a:gd name="connsiteX29" fmla="*/ 11349036 w 12191999"/>
              <a:gd name="connsiteY29" fmla="*/ 586371 h 6858000"/>
              <a:gd name="connsiteX30" fmla="*/ 11455087 w 12191999"/>
              <a:gd name="connsiteY30" fmla="*/ 482023 h 6858000"/>
              <a:gd name="connsiteX31" fmla="*/ 11349036 w 12191999"/>
              <a:gd name="connsiteY31" fmla="*/ 377675 h 6858000"/>
              <a:gd name="connsiteX32" fmla="*/ 11132060 w 12191999"/>
              <a:gd name="connsiteY32" fmla="*/ 377410 h 6858000"/>
              <a:gd name="connsiteX33" fmla="*/ 11027676 w 12191999"/>
              <a:gd name="connsiteY33" fmla="*/ 481840 h 6858000"/>
              <a:gd name="connsiteX34" fmla="*/ 11133603 w 12191999"/>
              <a:gd name="connsiteY34" fmla="*/ 586617 h 6858000"/>
              <a:gd name="connsiteX35" fmla="*/ 11226919 w 12191999"/>
              <a:gd name="connsiteY35" fmla="*/ 531014 h 6858000"/>
              <a:gd name="connsiteX36" fmla="*/ 11187996 w 12191999"/>
              <a:gd name="connsiteY36" fmla="*/ 508843 h 6858000"/>
              <a:gd name="connsiteX37" fmla="*/ 11187112 w 12191999"/>
              <a:gd name="connsiteY37" fmla="*/ 508843 h 6858000"/>
              <a:gd name="connsiteX38" fmla="*/ 11187112 w 12191999"/>
              <a:gd name="connsiteY38" fmla="*/ 508863 h 6858000"/>
              <a:gd name="connsiteX39" fmla="*/ 11133706 w 12191999"/>
              <a:gd name="connsiteY39" fmla="*/ 542622 h 6858000"/>
              <a:gd name="connsiteX40" fmla="*/ 11075342 w 12191999"/>
              <a:gd name="connsiteY40" fmla="*/ 482024 h 6858000"/>
              <a:gd name="connsiteX41" fmla="*/ 11091677 w 12191999"/>
              <a:gd name="connsiteY41" fmla="*/ 438295 h 6858000"/>
              <a:gd name="connsiteX42" fmla="*/ 11133809 w 12191999"/>
              <a:gd name="connsiteY42" fmla="*/ 421426 h 6858000"/>
              <a:gd name="connsiteX43" fmla="*/ 11187174 w 12191999"/>
              <a:gd name="connsiteY43" fmla="*/ 456720 h 6858000"/>
              <a:gd name="connsiteX44" fmla="*/ 11227022 w 12191999"/>
              <a:gd name="connsiteY44" fmla="*/ 434016 h 6858000"/>
              <a:gd name="connsiteX45" fmla="*/ 11132060 w 12191999"/>
              <a:gd name="connsiteY45" fmla="*/ 377410 h 6858000"/>
              <a:gd name="connsiteX46" fmla="*/ 11591358 w 12191999"/>
              <a:gd name="connsiteY46" fmla="*/ 331470 h 6858000"/>
              <a:gd name="connsiteX47" fmla="*/ 11591358 w 12191999"/>
              <a:gd name="connsiteY47" fmla="*/ 530892 h 6858000"/>
              <a:gd name="connsiteX48" fmla="*/ 11634684 w 12191999"/>
              <a:gd name="connsiteY48" fmla="*/ 580312 h 6858000"/>
              <a:gd name="connsiteX49" fmla="*/ 11634684 w 12191999"/>
              <a:gd name="connsiteY49" fmla="*/ 580353 h 6858000"/>
              <a:gd name="connsiteX50" fmla="*/ 11680231 w 12191999"/>
              <a:gd name="connsiteY50" fmla="*/ 580353 h 6858000"/>
              <a:gd name="connsiteX51" fmla="*/ 11680231 w 12191999"/>
              <a:gd name="connsiteY51" fmla="*/ 543523 h 6858000"/>
              <a:gd name="connsiteX52" fmla="*/ 11652870 w 12191999"/>
              <a:gd name="connsiteY52" fmla="*/ 543523 h 6858000"/>
              <a:gd name="connsiteX53" fmla="*/ 11638737 w 12191999"/>
              <a:gd name="connsiteY53" fmla="*/ 531485 h 6858000"/>
              <a:gd name="connsiteX54" fmla="*/ 11638737 w 12191999"/>
              <a:gd name="connsiteY54" fmla="*/ 425070 h 6858000"/>
              <a:gd name="connsiteX55" fmla="*/ 11676816 w 12191999"/>
              <a:gd name="connsiteY55" fmla="*/ 425070 h 6858000"/>
              <a:gd name="connsiteX56" fmla="*/ 11676816 w 12191999"/>
              <a:gd name="connsiteY56" fmla="*/ 388219 h 6858000"/>
              <a:gd name="connsiteX57" fmla="*/ 11638737 w 12191999"/>
              <a:gd name="connsiteY57" fmla="*/ 388219 h 6858000"/>
              <a:gd name="connsiteX58" fmla="*/ 11638737 w 12191999"/>
              <a:gd name="connsiteY58" fmla="*/ 331470 h 6858000"/>
              <a:gd name="connsiteX59" fmla="*/ 11483641 w 12191999"/>
              <a:gd name="connsiteY59" fmla="*/ 331470 h 6858000"/>
              <a:gd name="connsiteX60" fmla="*/ 11483641 w 12191999"/>
              <a:gd name="connsiteY60" fmla="*/ 530892 h 6858000"/>
              <a:gd name="connsiteX61" fmla="*/ 11527008 w 12191999"/>
              <a:gd name="connsiteY61" fmla="*/ 580312 h 6858000"/>
              <a:gd name="connsiteX62" fmla="*/ 11527008 w 12191999"/>
              <a:gd name="connsiteY62" fmla="*/ 580353 h 6858000"/>
              <a:gd name="connsiteX63" fmla="*/ 11564841 w 12191999"/>
              <a:gd name="connsiteY63" fmla="*/ 580353 h 6858000"/>
              <a:gd name="connsiteX64" fmla="*/ 11564841 w 12191999"/>
              <a:gd name="connsiteY64" fmla="*/ 543523 h 6858000"/>
              <a:gd name="connsiteX65" fmla="*/ 11545173 w 12191999"/>
              <a:gd name="connsiteY65" fmla="*/ 543523 h 6858000"/>
              <a:gd name="connsiteX66" fmla="*/ 11545153 w 12191999"/>
              <a:gd name="connsiteY66" fmla="*/ 543523 h 6858000"/>
              <a:gd name="connsiteX67" fmla="*/ 11531040 w 12191999"/>
              <a:gd name="connsiteY67" fmla="*/ 531485 h 6858000"/>
              <a:gd name="connsiteX68" fmla="*/ 11531040 w 12191999"/>
              <a:gd name="connsiteY68" fmla="*/ 331470 h 6858000"/>
              <a:gd name="connsiteX69" fmla="*/ 0 w 12191999"/>
              <a:gd name="connsiteY69" fmla="*/ 0 h 6858000"/>
              <a:gd name="connsiteX70" fmla="*/ 12191999 w 12191999"/>
              <a:gd name="connsiteY70" fmla="*/ 0 h 6858000"/>
              <a:gd name="connsiteX71" fmla="*/ 12191999 w 12191999"/>
              <a:gd name="connsiteY71" fmla="*/ 6858000 h 6858000"/>
              <a:gd name="connsiteX72" fmla="*/ 10725351 w 12191999"/>
              <a:gd name="connsiteY72" fmla="*/ 6858000 h 6858000"/>
              <a:gd name="connsiteX73" fmla="*/ 10564726 w 12191999"/>
              <a:gd name="connsiteY73" fmla="*/ 6469283 h 6858000"/>
              <a:gd name="connsiteX74" fmla="*/ 10254342 w 12191999"/>
              <a:gd name="connsiteY74" fmla="*/ 6469283 h 6858000"/>
              <a:gd name="connsiteX75" fmla="*/ 10415008 w 12191999"/>
              <a:gd name="connsiteY75" fmla="*/ 6858000 h 6858000"/>
              <a:gd name="connsiteX76" fmla="*/ 10167806 w 12191999"/>
              <a:gd name="connsiteY76" fmla="*/ 6858000 h 6858000"/>
              <a:gd name="connsiteX77" fmla="*/ 10007140 w 12191999"/>
              <a:gd name="connsiteY77" fmla="*/ 6469283 h 6858000"/>
              <a:gd name="connsiteX78" fmla="*/ 9696819 w 12191999"/>
              <a:gd name="connsiteY78" fmla="*/ 6469283 h 6858000"/>
              <a:gd name="connsiteX79" fmla="*/ 9857485 w 12191999"/>
              <a:gd name="connsiteY79" fmla="*/ 6858000 h 6858000"/>
              <a:gd name="connsiteX80" fmla="*/ 9610282 w 12191999"/>
              <a:gd name="connsiteY80" fmla="*/ 6858000 h 6858000"/>
              <a:gd name="connsiteX81" fmla="*/ 9449616 w 12191999"/>
              <a:gd name="connsiteY81" fmla="*/ 6469283 h 6858000"/>
              <a:gd name="connsiteX82" fmla="*/ 9386125 w 12191999"/>
              <a:gd name="connsiteY82" fmla="*/ 6469283 h 6858000"/>
              <a:gd name="connsiteX83" fmla="*/ 9139295 w 12191999"/>
              <a:gd name="connsiteY83" fmla="*/ 6469283 h 6858000"/>
              <a:gd name="connsiteX84" fmla="*/ 9262679 w 12191999"/>
              <a:gd name="connsiteY84" fmla="*/ 6767919 h 6858000"/>
              <a:gd name="connsiteX85" fmla="*/ 9299908 w 12191999"/>
              <a:gd name="connsiteY85" fmla="*/ 6858000 h 6858000"/>
              <a:gd name="connsiteX86" fmla="*/ 9052759 w 12191999"/>
              <a:gd name="connsiteY86" fmla="*/ 6858000 h 6858000"/>
              <a:gd name="connsiteX87" fmla="*/ 8892093 w 12191999"/>
              <a:gd name="connsiteY87" fmla="*/ 6469283 h 6858000"/>
              <a:gd name="connsiteX88" fmla="*/ 8581710 w 12191999"/>
              <a:gd name="connsiteY88" fmla="*/ 6469283 h 6858000"/>
              <a:gd name="connsiteX89" fmla="*/ 8742376 w 12191999"/>
              <a:gd name="connsiteY89" fmla="*/ 6858000 h 6858000"/>
              <a:gd name="connsiteX90" fmla="*/ 8495174 w 12191999"/>
              <a:gd name="connsiteY90" fmla="*/ 6858000 h 6858000"/>
              <a:gd name="connsiteX91" fmla="*/ 8334508 w 12191999"/>
              <a:gd name="connsiteY91" fmla="*/ 6469283 h 6858000"/>
              <a:gd name="connsiteX92" fmla="*/ 8024187 w 12191999"/>
              <a:gd name="connsiteY92" fmla="*/ 6469283 h 6858000"/>
              <a:gd name="connsiteX93" fmla="*/ 8184853 w 12191999"/>
              <a:gd name="connsiteY93" fmla="*/ 6858000 h 6858000"/>
              <a:gd name="connsiteX94" fmla="*/ 0 w 12191999"/>
              <a:gd name="connsiteY94" fmla="*/ 6858000 h 6858000"/>
              <a:gd name="connsiteX95" fmla="*/ 0 w 12191999"/>
              <a:gd name="connsiteY95" fmla="*/ 5885879 h 6858000"/>
              <a:gd name="connsiteX96" fmla="*/ 91298 w 12191999"/>
              <a:gd name="connsiteY96" fmla="*/ 5664968 h 6858000"/>
              <a:gd name="connsiteX97" fmla="*/ 0 w 12191999"/>
              <a:gd name="connsiteY97" fmla="*/ 54440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1999" h="6858000">
                <a:moveTo>
                  <a:pt x="1108943" y="5119963"/>
                </a:moveTo>
                <a:lnTo>
                  <a:pt x="1334206" y="5664968"/>
                </a:lnTo>
                <a:lnTo>
                  <a:pt x="1108943" y="6210029"/>
                </a:lnTo>
                <a:lnTo>
                  <a:pt x="1392136" y="6210029"/>
                </a:lnTo>
                <a:lnTo>
                  <a:pt x="1617342" y="5664968"/>
                </a:lnTo>
                <a:lnTo>
                  <a:pt x="1392136" y="5119963"/>
                </a:lnTo>
                <a:close/>
                <a:moveTo>
                  <a:pt x="600261" y="5119963"/>
                </a:moveTo>
                <a:lnTo>
                  <a:pt x="825524" y="5664968"/>
                </a:lnTo>
                <a:lnTo>
                  <a:pt x="600261" y="6210029"/>
                </a:lnTo>
                <a:lnTo>
                  <a:pt x="883397" y="6210029"/>
                </a:lnTo>
                <a:lnTo>
                  <a:pt x="1108660" y="5664968"/>
                </a:lnTo>
                <a:lnTo>
                  <a:pt x="883397" y="5119963"/>
                </a:lnTo>
                <a:close/>
                <a:moveTo>
                  <a:pt x="91579" y="5119963"/>
                </a:moveTo>
                <a:lnTo>
                  <a:pt x="204154" y="5392437"/>
                </a:lnTo>
                <a:lnTo>
                  <a:pt x="316785" y="5664968"/>
                </a:lnTo>
                <a:lnTo>
                  <a:pt x="91579" y="6210029"/>
                </a:lnTo>
                <a:lnTo>
                  <a:pt x="374715" y="6210029"/>
                </a:lnTo>
                <a:lnTo>
                  <a:pt x="599978" y="5664968"/>
                </a:lnTo>
                <a:lnTo>
                  <a:pt x="374715" y="5119963"/>
                </a:lnTo>
                <a:lnTo>
                  <a:pt x="316785" y="5119963"/>
                </a:lnTo>
                <a:close/>
                <a:moveTo>
                  <a:pt x="11349036" y="421302"/>
                </a:moveTo>
                <a:cubicBezTo>
                  <a:pt x="11381396" y="421302"/>
                  <a:pt x="11407688" y="446893"/>
                  <a:pt x="11407688" y="481634"/>
                </a:cubicBezTo>
                <a:cubicBezTo>
                  <a:pt x="11407688" y="516376"/>
                  <a:pt x="11381458" y="541987"/>
                  <a:pt x="11349036" y="541987"/>
                </a:cubicBezTo>
                <a:cubicBezTo>
                  <a:pt x="11316676" y="541987"/>
                  <a:pt x="11290384" y="516396"/>
                  <a:pt x="11290384" y="482003"/>
                </a:cubicBezTo>
                <a:lnTo>
                  <a:pt x="11290384" y="481634"/>
                </a:lnTo>
                <a:cubicBezTo>
                  <a:pt x="11290384" y="446893"/>
                  <a:pt x="11316676" y="421302"/>
                  <a:pt x="11349036" y="421302"/>
                </a:cubicBezTo>
                <a:close/>
                <a:moveTo>
                  <a:pt x="11349036" y="377655"/>
                </a:moveTo>
                <a:cubicBezTo>
                  <a:pt x="11280098" y="377655"/>
                  <a:pt x="11243006" y="431211"/>
                  <a:pt x="11243006" y="481655"/>
                </a:cubicBezTo>
                <a:lnTo>
                  <a:pt x="11243006" y="482023"/>
                </a:lnTo>
                <a:cubicBezTo>
                  <a:pt x="11243006" y="532918"/>
                  <a:pt x="11280098" y="586371"/>
                  <a:pt x="11349036" y="586371"/>
                </a:cubicBezTo>
                <a:cubicBezTo>
                  <a:pt x="11417974" y="586371"/>
                  <a:pt x="11455087" y="532897"/>
                  <a:pt x="11455087" y="482023"/>
                </a:cubicBezTo>
                <a:cubicBezTo>
                  <a:pt x="11455087" y="431149"/>
                  <a:pt x="11418015" y="377675"/>
                  <a:pt x="11349036" y="377675"/>
                </a:cubicBezTo>
                <a:close/>
                <a:moveTo>
                  <a:pt x="11132060" y="377410"/>
                </a:moveTo>
                <a:cubicBezTo>
                  <a:pt x="11072647" y="377390"/>
                  <a:pt x="11027676" y="423882"/>
                  <a:pt x="11027676" y="481840"/>
                </a:cubicBezTo>
                <a:cubicBezTo>
                  <a:pt x="11027676" y="539797"/>
                  <a:pt x="11071125" y="586617"/>
                  <a:pt x="11133603" y="586617"/>
                </a:cubicBezTo>
                <a:cubicBezTo>
                  <a:pt x="11175818" y="586617"/>
                  <a:pt x="11209803" y="563484"/>
                  <a:pt x="11226919" y="531014"/>
                </a:cubicBezTo>
                <a:lnTo>
                  <a:pt x="11187996" y="508843"/>
                </a:lnTo>
                <a:lnTo>
                  <a:pt x="11187112" y="508843"/>
                </a:lnTo>
                <a:lnTo>
                  <a:pt x="11187112" y="508863"/>
                </a:lnTo>
                <a:cubicBezTo>
                  <a:pt x="11179912" y="525098"/>
                  <a:pt x="11163207" y="542520"/>
                  <a:pt x="11133706" y="542622"/>
                </a:cubicBezTo>
                <a:cubicBezTo>
                  <a:pt x="11100152" y="542622"/>
                  <a:pt x="11075342" y="517318"/>
                  <a:pt x="11075342" y="482024"/>
                </a:cubicBezTo>
                <a:cubicBezTo>
                  <a:pt x="11075342" y="464786"/>
                  <a:pt x="11081576" y="448797"/>
                  <a:pt x="11091677" y="438295"/>
                </a:cubicBezTo>
                <a:cubicBezTo>
                  <a:pt x="11103115" y="426912"/>
                  <a:pt x="11116487" y="420975"/>
                  <a:pt x="11133809" y="421426"/>
                </a:cubicBezTo>
                <a:cubicBezTo>
                  <a:pt x="11159668" y="421323"/>
                  <a:pt x="11178615" y="435961"/>
                  <a:pt x="11187174" y="456720"/>
                </a:cubicBezTo>
                <a:lnTo>
                  <a:pt x="11227022" y="434016"/>
                </a:lnTo>
                <a:cubicBezTo>
                  <a:pt x="11209412" y="399213"/>
                  <a:pt x="11173205" y="377410"/>
                  <a:pt x="11132060" y="377410"/>
                </a:cubicBezTo>
                <a:close/>
                <a:moveTo>
                  <a:pt x="11591358" y="331470"/>
                </a:moveTo>
                <a:lnTo>
                  <a:pt x="11591358" y="530892"/>
                </a:lnTo>
                <a:cubicBezTo>
                  <a:pt x="11591358" y="530892"/>
                  <a:pt x="11588540" y="580435"/>
                  <a:pt x="11634684" y="580312"/>
                </a:cubicBezTo>
                <a:lnTo>
                  <a:pt x="11634684" y="580353"/>
                </a:lnTo>
                <a:lnTo>
                  <a:pt x="11680231" y="580353"/>
                </a:lnTo>
                <a:lnTo>
                  <a:pt x="11680231" y="543523"/>
                </a:lnTo>
                <a:lnTo>
                  <a:pt x="11652870" y="543523"/>
                </a:lnTo>
                <a:cubicBezTo>
                  <a:pt x="11652870" y="543523"/>
                  <a:pt x="11639127" y="543666"/>
                  <a:pt x="11638737" y="531485"/>
                </a:cubicBezTo>
                <a:lnTo>
                  <a:pt x="11638737" y="425070"/>
                </a:lnTo>
                <a:lnTo>
                  <a:pt x="11676816" y="425070"/>
                </a:lnTo>
                <a:lnTo>
                  <a:pt x="11676816" y="388219"/>
                </a:lnTo>
                <a:lnTo>
                  <a:pt x="11638737" y="388219"/>
                </a:lnTo>
                <a:lnTo>
                  <a:pt x="11638737" y="331470"/>
                </a:lnTo>
                <a:close/>
                <a:moveTo>
                  <a:pt x="11483641" y="331470"/>
                </a:moveTo>
                <a:lnTo>
                  <a:pt x="11483641" y="530892"/>
                </a:lnTo>
                <a:cubicBezTo>
                  <a:pt x="11483641" y="530892"/>
                  <a:pt x="11479980" y="580312"/>
                  <a:pt x="11527008" y="580312"/>
                </a:cubicBezTo>
                <a:lnTo>
                  <a:pt x="11527008" y="580353"/>
                </a:lnTo>
                <a:lnTo>
                  <a:pt x="11564841" y="580353"/>
                </a:lnTo>
                <a:lnTo>
                  <a:pt x="11564841" y="543523"/>
                </a:lnTo>
                <a:lnTo>
                  <a:pt x="11545173" y="543523"/>
                </a:lnTo>
                <a:lnTo>
                  <a:pt x="11545153" y="543523"/>
                </a:lnTo>
                <a:cubicBezTo>
                  <a:pt x="11545153" y="543523"/>
                  <a:pt x="11531431" y="543646"/>
                  <a:pt x="11531040" y="531485"/>
                </a:cubicBezTo>
                <a:lnTo>
                  <a:pt x="11531040" y="33147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10725351" y="6858000"/>
                </a:lnTo>
                <a:lnTo>
                  <a:pt x="10564726" y="6469283"/>
                </a:lnTo>
                <a:lnTo>
                  <a:pt x="10254342" y="6469283"/>
                </a:lnTo>
                <a:lnTo>
                  <a:pt x="10415008" y="6858000"/>
                </a:lnTo>
                <a:lnTo>
                  <a:pt x="10167806" y="6858000"/>
                </a:lnTo>
                <a:lnTo>
                  <a:pt x="10007140" y="6469283"/>
                </a:lnTo>
                <a:lnTo>
                  <a:pt x="9696819" y="6469283"/>
                </a:lnTo>
                <a:lnTo>
                  <a:pt x="9857485" y="6858000"/>
                </a:lnTo>
                <a:lnTo>
                  <a:pt x="9610282" y="6858000"/>
                </a:lnTo>
                <a:lnTo>
                  <a:pt x="9449616" y="6469283"/>
                </a:lnTo>
                <a:lnTo>
                  <a:pt x="9386125" y="6469283"/>
                </a:lnTo>
                <a:lnTo>
                  <a:pt x="9139295" y="6469283"/>
                </a:lnTo>
                <a:lnTo>
                  <a:pt x="9262679" y="6767919"/>
                </a:lnTo>
                <a:lnTo>
                  <a:pt x="9299908" y="6858000"/>
                </a:lnTo>
                <a:lnTo>
                  <a:pt x="9052759" y="6858000"/>
                </a:lnTo>
                <a:lnTo>
                  <a:pt x="8892093" y="6469283"/>
                </a:lnTo>
                <a:lnTo>
                  <a:pt x="8581710" y="6469283"/>
                </a:lnTo>
                <a:lnTo>
                  <a:pt x="8742376" y="6858000"/>
                </a:lnTo>
                <a:lnTo>
                  <a:pt x="8495174" y="6858000"/>
                </a:lnTo>
                <a:lnTo>
                  <a:pt x="8334508" y="6469283"/>
                </a:lnTo>
                <a:lnTo>
                  <a:pt x="8024187" y="6469283"/>
                </a:lnTo>
                <a:lnTo>
                  <a:pt x="8184853" y="6858000"/>
                </a:lnTo>
                <a:lnTo>
                  <a:pt x="0" y="6858000"/>
                </a:lnTo>
                <a:lnTo>
                  <a:pt x="0" y="5885879"/>
                </a:lnTo>
                <a:lnTo>
                  <a:pt x="91298" y="5664968"/>
                </a:lnTo>
                <a:lnTo>
                  <a:pt x="0" y="5444080"/>
                </a:lnTo>
                <a:close/>
              </a:path>
            </a:pathLst>
          </a:custGeom>
          <a:pattFill prst="pct5">
            <a:fgClr>
              <a:schemeClr val="bg1"/>
            </a:fgClr>
            <a:bgClr>
              <a:schemeClr val="accent3"/>
            </a:bgClr>
          </a:pattFill>
        </p:spPr>
        <p:txBody>
          <a:bodyPr wrap="square">
            <a:noAutofit/>
          </a:bodyPr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76785D70-94AF-C312-746A-EE3E7185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648368"/>
            <a:ext cx="7745747" cy="4019884"/>
          </a:xfrm>
        </p:spPr>
        <p:txBody>
          <a:bodyPr anchor="t">
            <a:normAutofit/>
          </a:bodyPr>
          <a:lstStyle>
            <a:lvl1pPr fontAlgn="t">
              <a:lnSpc>
                <a:spcPct val="7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DB19351-6F1A-14EB-7E18-E67A843B90C4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6557109-B1B0-2253-9BD8-C5CFE0A3AC8D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Send the image to back to reveal the statement text again. </a:t>
              </a:r>
            </a:p>
          </p:txBody>
        </p:sp>
        <p:pic>
          <p:nvPicPr>
            <p:cNvPr id="4" name="Picture 3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F44FCFF-3443-F3DA-4376-4172D6B84F3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AE8DEDC-3262-EAE7-FB37-10999D06A4C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0112B7-7C30-8B63-267C-4D50DFE47E39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463865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067">
          <p15:clr>
            <a:srgbClr val="FBAE40"/>
          </p15:clr>
        </p15:guide>
        <p15:guide id="2" orient="horz" pos="36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ext_Dark_Dou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6BD2752-DFC6-BB09-EE42-7ACBE45DD066}"/>
              </a:ext>
            </a:extLst>
          </p:cNvPr>
          <p:cNvSpPr/>
          <p:nvPr userDrawn="1"/>
        </p:nvSpPr>
        <p:spPr>
          <a:xfrm>
            <a:off x="10964837" y="0"/>
            <a:ext cx="1227163" cy="648369"/>
          </a:xfrm>
          <a:prstGeom prst="rect">
            <a:avLst/>
          </a:prstGeom>
          <a:solidFill>
            <a:srgbClr val="FFFFFF"/>
          </a:solidFill>
          <a:ln w="634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4281736-4DDE-9CFC-16F7-4447E56DCC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11349036 w 12191999"/>
              <a:gd name="connsiteY0" fmla="*/ 421302 h 6858000"/>
              <a:gd name="connsiteX1" fmla="*/ 11407688 w 12191999"/>
              <a:gd name="connsiteY1" fmla="*/ 481634 h 6858000"/>
              <a:gd name="connsiteX2" fmla="*/ 11349036 w 12191999"/>
              <a:gd name="connsiteY2" fmla="*/ 541987 h 6858000"/>
              <a:gd name="connsiteX3" fmla="*/ 11290384 w 12191999"/>
              <a:gd name="connsiteY3" fmla="*/ 482003 h 6858000"/>
              <a:gd name="connsiteX4" fmla="*/ 11290384 w 12191999"/>
              <a:gd name="connsiteY4" fmla="*/ 481634 h 6858000"/>
              <a:gd name="connsiteX5" fmla="*/ 11349036 w 12191999"/>
              <a:gd name="connsiteY5" fmla="*/ 421302 h 6858000"/>
              <a:gd name="connsiteX6" fmla="*/ 11349036 w 12191999"/>
              <a:gd name="connsiteY6" fmla="*/ 377655 h 6858000"/>
              <a:gd name="connsiteX7" fmla="*/ 11243006 w 12191999"/>
              <a:gd name="connsiteY7" fmla="*/ 481655 h 6858000"/>
              <a:gd name="connsiteX8" fmla="*/ 11243006 w 12191999"/>
              <a:gd name="connsiteY8" fmla="*/ 482023 h 6858000"/>
              <a:gd name="connsiteX9" fmla="*/ 11349036 w 12191999"/>
              <a:gd name="connsiteY9" fmla="*/ 586371 h 6858000"/>
              <a:gd name="connsiteX10" fmla="*/ 11455087 w 12191999"/>
              <a:gd name="connsiteY10" fmla="*/ 482023 h 6858000"/>
              <a:gd name="connsiteX11" fmla="*/ 11349036 w 12191999"/>
              <a:gd name="connsiteY11" fmla="*/ 377675 h 6858000"/>
              <a:gd name="connsiteX12" fmla="*/ 11132060 w 12191999"/>
              <a:gd name="connsiteY12" fmla="*/ 377410 h 6858000"/>
              <a:gd name="connsiteX13" fmla="*/ 11027676 w 12191999"/>
              <a:gd name="connsiteY13" fmla="*/ 481840 h 6858000"/>
              <a:gd name="connsiteX14" fmla="*/ 11133603 w 12191999"/>
              <a:gd name="connsiteY14" fmla="*/ 586617 h 6858000"/>
              <a:gd name="connsiteX15" fmla="*/ 11226919 w 12191999"/>
              <a:gd name="connsiteY15" fmla="*/ 531014 h 6858000"/>
              <a:gd name="connsiteX16" fmla="*/ 11187996 w 12191999"/>
              <a:gd name="connsiteY16" fmla="*/ 508843 h 6858000"/>
              <a:gd name="connsiteX17" fmla="*/ 11187112 w 12191999"/>
              <a:gd name="connsiteY17" fmla="*/ 508843 h 6858000"/>
              <a:gd name="connsiteX18" fmla="*/ 11187112 w 12191999"/>
              <a:gd name="connsiteY18" fmla="*/ 508863 h 6858000"/>
              <a:gd name="connsiteX19" fmla="*/ 11133706 w 12191999"/>
              <a:gd name="connsiteY19" fmla="*/ 542622 h 6858000"/>
              <a:gd name="connsiteX20" fmla="*/ 11075342 w 12191999"/>
              <a:gd name="connsiteY20" fmla="*/ 482024 h 6858000"/>
              <a:gd name="connsiteX21" fmla="*/ 11091677 w 12191999"/>
              <a:gd name="connsiteY21" fmla="*/ 438295 h 6858000"/>
              <a:gd name="connsiteX22" fmla="*/ 11133809 w 12191999"/>
              <a:gd name="connsiteY22" fmla="*/ 421426 h 6858000"/>
              <a:gd name="connsiteX23" fmla="*/ 11187174 w 12191999"/>
              <a:gd name="connsiteY23" fmla="*/ 456720 h 6858000"/>
              <a:gd name="connsiteX24" fmla="*/ 11227022 w 12191999"/>
              <a:gd name="connsiteY24" fmla="*/ 434016 h 6858000"/>
              <a:gd name="connsiteX25" fmla="*/ 11132060 w 12191999"/>
              <a:gd name="connsiteY25" fmla="*/ 377410 h 6858000"/>
              <a:gd name="connsiteX26" fmla="*/ 11591358 w 12191999"/>
              <a:gd name="connsiteY26" fmla="*/ 331470 h 6858000"/>
              <a:gd name="connsiteX27" fmla="*/ 11591358 w 12191999"/>
              <a:gd name="connsiteY27" fmla="*/ 530892 h 6858000"/>
              <a:gd name="connsiteX28" fmla="*/ 11634684 w 12191999"/>
              <a:gd name="connsiteY28" fmla="*/ 580312 h 6858000"/>
              <a:gd name="connsiteX29" fmla="*/ 11634684 w 12191999"/>
              <a:gd name="connsiteY29" fmla="*/ 580353 h 6858000"/>
              <a:gd name="connsiteX30" fmla="*/ 11680231 w 12191999"/>
              <a:gd name="connsiteY30" fmla="*/ 580353 h 6858000"/>
              <a:gd name="connsiteX31" fmla="*/ 11680231 w 12191999"/>
              <a:gd name="connsiteY31" fmla="*/ 543523 h 6858000"/>
              <a:gd name="connsiteX32" fmla="*/ 11652870 w 12191999"/>
              <a:gd name="connsiteY32" fmla="*/ 543523 h 6858000"/>
              <a:gd name="connsiteX33" fmla="*/ 11638737 w 12191999"/>
              <a:gd name="connsiteY33" fmla="*/ 531485 h 6858000"/>
              <a:gd name="connsiteX34" fmla="*/ 11638737 w 12191999"/>
              <a:gd name="connsiteY34" fmla="*/ 425070 h 6858000"/>
              <a:gd name="connsiteX35" fmla="*/ 11676816 w 12191999"/>
              <a:gd name="connsiteY35" fmla="*/ 425070 h 6858000"/>
              <a:gd name="connsiteX36" fmla="*/ 11676816 w 12191999"/>
              <a:gd name="connsiteY36" fmla="*/ 388219 h 6858000"/>
              <a:gd name="connsiteX37" fmla="*/ 11638737 w 12191999"/>
              <a:gd name="connsiteY37" fmla="*/ 388219 h 6858000"/>
              <a:gd name="connsiteX38" fmla="*/ 11638737 w 12191999"/>
              <a:gd name="connsiteY38" fmla="*/ 331470 h 6858000"/>
              <a:gd name="connsiteX39" fmla="*/ 11483641 w 12191999"/>
              <a:gd name="connsiteY39" fmla="*/ 331470 h 6858000"/>
              <a:gd name="connsiteX40" fmla="*/ 11483641 w 12191999"/>
              <a:gd name="connsiteY40" fmla="*/ 530892 h 6858000"/>
              <a:gd name="connsiteX41" fmla="*/ 11527008 w 12191999"/>
              <a:gd name="connsiteY41" fmla="*/ 580312 h 6858000"/>
              <a:gd name="connsiteX42" fmla="*/ 11527008 w 12191999"/>
              <a:gd name="connsiteY42" fmla="*/ 580353 h 6858000"/>
              <a:gd name="connsiteX43" fmla="*/ 11564841 w 12191999"/>
              <a:gd name="connsiteY43" fmla="*/ 580353 h 6858000"/>
              <a:gd name="connsiteX44" fmla="*/ 11564841 w 12191999"/>
              <a:gd name="connsiteY44" fmla="*/ 543523 h 6858000"/>
              <a:gd name="connsiteX45" fmla="*/ 11545173 w 12191999"/>
              <a:gd name="connsiteY45" fmla="*/ 543523 h 6858000"/>
              <a:gd name="connsiteX46" fmla="*/ 11545153 w 12191999"/>
              <a:gd name="connsiteY46" fmla="*/ 543523 h 6858000"/>
              <a:gd name="connsiteX47" fmla="*/ 11531040 w 12191999"/>
              <a:gd name="connsiteY47" fmla="*/ 531485 h 6858000"/>
              <a:gd name="connsiteX48" fmla="*/ 11531040 w 12191999"/>
              <a:gd name="connsiteY48" fmla="*/ 331470 h 6858000"/>
              <a:gd name="connsiteX49" fmla="*/ 0 w 12191999"/>
              <a:gd name="connsiteY49" fmla="*/ 0 h 6858000"/>
              <a:gd name="connsiteX50" fmla="*/ 12191999 w 12191999"/>
              <a:gd name="connsiteY50" fmla="*/ 0 h 6858000"/>
              <a:gd name="connsiteX51" fmla="*/ 12191999 w 12191999"/>
              <a:gd name="connsiteY51" fmla="*/ 6858000 h 6858000"/>
              <a:gd name="connsiteX52" fmla="*/ 10725351 w 12191999"/>
              <a:gd name="connsiteY52" fmla="*/ 6858000 h 6858000"/>
              <a:gd name="connsiteX53" fmla="*/ 10564726 w 12191999"/>
              <a:gd name="connsiteY53" fmla="*/ 6469283 h 6858000"/>
              <a:gd name="connsiteX54" fmla="*/ 10254342 w 12191999"/>
              <a:gd name="connsiteY54" fmla="*/ 6469283 h 6858000"/>
              <a:gd name="connsiteX55" fmla="*/ 10415008 w 12191999"/>
              <a:gd name="connsiteY55" fmla="*/ 6858000 h 6858000"/>
              <a:gd name="connsiteX56" fmla="*/ 10167806 w 12191999"/>
              <a:gd name="connsiteY56" fmla="*/ 6858000 h 6858000"/>
              <a:gd name="connsiteX57" fmla="*/ 10007140 w 12191999"/>
              <a:gd name="connsiteY57" fmla="*/ 6469283 h 6858000"/>
              <a:gd name="connsiteX58" fmla="*/ 9696819 w 12191999"/>
              <a:gd name="connsiteY58" fmla="*/ 6469283 h 6858000"/>
              <a:gd name="connsiteX59" fmla="*/ 9857485 w 12191999"/>
              <a:gd name="connsiteY59" fmla="*/ 6858000 h 6858000"/>
              <a:gd name="connsiteX60" fmla="*/ 9610282 w 12191999"/>
              <a:gd name="connsiteY60" fmla="*/ 6858000 h 6858000"/>
              <a:gd name="connsiteX61" fmla="*/ 9449616 w 12191999"/>
              <a:gd name="connsiteY61" fmla="*/ 6469283 h 6858000"/>
              <a:gd name="connsiteX62" fmla="*/ 9386125 w 12191999"/>
              <a:gd name="connsiteY62" fmla="*/ 6469283 h 6858000"/>
              <a:gd name="connsiteX63" fmla="*/ 9139295 w 12191999"/>
              <a:gd name="connsiteY63" fmla="*/ 6469283 h 6858000"/>
              <a:gd name="connsiteX64" fmla="*/ 9262679 w 12191999"/>
              <a:gd name="connsiteY64" fmla="*/ 6767919 h 6858000"/>
              <a:gd name="connsiteX65" fmla="*/ 9299908 w 12191999"/>
              <a:gd name="connsiteY65" fmla="*/ 6858000 h 6858000"/>
              <a:gd name="connsiteX66" fmla="*/ 9052759 w 12191999"/>
              <a:gd name="connsiteY66" fmla="*/ 6858000 h 6858000"/>
              <a:gd name="connsiteX67" fmla="*/ 8892093 w 12191999"/>
              <a:gd name="connsiteY67" fmla="*/ 6469283 h 6858000"/>
              <a:gd name="connsiteX68" fmla="*/ 8581710 w 12191999"/>
              <a:gd name="connsiteY68" fmla="*/ 6469283 h 6858000"/>
              <a:gd name="connsiteX69" fmla="*/ 8742376 w 12191999"/>
              <a:gd name="connsiteY69" fmla="*/ 6858000 h 6858000"/>
              <a:gd name="connsiteX70" fmla="*/ 8495174 w 12191999"/>
              <a:gd name="connsiteY70" fmla="*/ 6858000 h 6858000"/>
              <a:gd name="connsiteX71" fmla="*/ 8334508 w 12191999"/>
              <a:gd name="connsiteY71" fmla="*/ 6469283 h 6858000"/>
              <a:gd name="connsiteX72" fmla="*/ 8024187 w 12191999"/>
              <a:gd name="connsiteY72" fmla="*/ 6469283 h 6858000"/>
              <a:gd name="connsiteX73" fmla="*/ 8184853 w 12191999"/>
              <a:gd name="connsiteY73" fmla="*/ 6858000 h 6858000"/>
              <a:gd name="connsiteX74" fmla="*/ 0 w 12191999"/>
              <a:gd name="connsiteY74" fmla="*/ 6858000 h 6858000"/>
              <a:gd name="connsiteX75" fmla="*/ 0 w 12191999"/>
              <a:gd name="connsiteY75" fmla="*/ 6350680 h 6858000"/>
              <a:gd name="connsiteX76" fmla="*/ 0 w 12191999"/>
              <a:gd name="connsiteY76" fmla="*/ 5885879 h 6858000"/>
              <a:gd name="connsiteX77" fmla="*/ 0 w 12191999"/>
              <a:gd name="connsiteY77" fmla="*/ 5444080 h 6858000"/>
              <a:gd name="connsiteX78" fmla="*/ 0 w 12191999"/>
              <a:gd name="connsiteY78" fmla="*/ 45020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2191999" h="6858000">
                <a:moveTo>
                  <a:pt x="11349036" y="421302"/>
                </a:moveTo>
                <a:cubicBezTo>
                  <a:pt x="11381396" y="421302"/>
                  <a:pt x="11407688" y="446893"/>
                  <a:pt x="11407688" y="481634"/>
                </a:cubicBezTo>
                <a:cubicBezTo>
                  <a:pt x="11407688" y="516376"/>
                  <a:pt x="11381458" y="541987"/>
                  <a:pt x="11349036" y="541987"/>
                </a:cubicBezTo>
                <a:cubicBezTo>
                  <a:pt x="11316676" y="541987"/>
                  <a:pt x="11290384" y="516396"/>
                  <a:pt x="11290384" y="482003"/>
                </a:cubicBezTo>
                <a:lnTo>
                  <a:pt x="11290384" y="481634"/>
                </a:lnTo>
                <a:cubicBezTo>
                  <a:pt x="11290384" y="446893"/>
                  <a:pt x="11316676" y="421302"/>
                  <a:pt x="11349036" y="421302"/>
                </a:cubicBezTo>
                <a:close/>
                <a:moveTo>
                  <a:pt x="11349036" y="377655"/>
                </a:moveTo>
                <a:cubicBezTo>
                  <a:pt x="11280098" y="377655"/>
                  <a:pt x="11243006" y="431211"/>
                  <a:pt x="11243006" y="481655"/>
                </a:cubicBezTo>
                <a:lnTo>
                  <a:pt x="11243006" y="482023"/>
                </a:lnTo>
                <a:cubicBezTo>
                  <a:pt x="11243006" y="532918"/>
                  <a:pt x="11280098" y="586371"/>
                  <a:pt x="11349036" y="586371"/>
                </a:cubicBezTo>
                <a:cubicBezTo>
                  <a:pt x="11417974" y="586371"/>
                  <a:pt x="11455087" y="532897"/>
                  <a:pt x="11455087" y="482023"/>
                </a:cubicBezTo>
                <a:cubicBezTo>
                  <a:pt x="11455087" y="431149"/>
                  <a:pt x="11418015" y="377675"/>
                  <a:pt x="11349036" y="377675"/>
                </a:cubicBezTo>
                <a:close/>
                <a:moveTo>
                  <a:pt x="11132060" y="377410"/>
                </a:moveTo>
                <a:cubicBezTo>
                  <a:pt x="11072647" y="377390"/>
                  <a:pt x="11027676" y="423882"/>
                  <a:pt x="11027676" y="481840"/>
                </a:cubicBezTo>
                <a:cubicBezTo>
                  <a:pt x="11027676" y="539797"/>
                  <a:pt x="11071125" y="586617"/>
                  <a:pt x="11133603" y="586617"/>
                </a:cubicBezTo>
                <a:cubicBezTo>
                  <a:pt x="11175818" y="586617"/>
                  <a:pt x="11209803" y="563484"/>
                  <a:pt x="11226919" y="531014"/>
                </a:cubicBezTo>
                <a:lnTo>
                  <a:pt x="11187996" y="508843"/>
                </a:lnTo>
                <a:lnTo>
                  <a:pt x="11187112" y="508843"/>
                </a:lnTo>
                <a:lnTo>
                  <a:pt x="11187112" y="508863"/>
                </a:lnTo>
                <a:cubicBezTo>
                  <a:pt x="11179912" y="525098"/>
                  <a:pt x="11163207" y="542520"/>
                  <a:pt x="11133706" y="542622"/>
                </a:cubicBezTo>
                <a:cubicBezTo>
                  <a:pt x="11100152" y="542622"/>
                  <a:pt x="11075342" y="517318"/>
                  <a:pt x="11075342" y="482024"/>
                </a:cubicBezTo>
                <a:cubicBezTo>
                  <a:pt x="11075342" y="464786"/>
                  <a:pt x="11081576" y="448797"/>
                  <a:pt x="11091677" y="438295"/>
                </a:cubicBezTo>
                <a:cubicBezTo>
                  <a:pt x="11103115" y="426912"/>
                  <a:pt x="11116487" y="420975"/>
                  <a:pt x="11133809" y="421426"/>
                </a:cubicBezTo>
                <a:cubicBezTo>
                  <a:pt x="11159668" y="421323"/>
                  <a:pt x="11178615" y="435961"/>
                  <a:pt x="11187174" y="456720"/>
                </a:cubicBezTo>
                <a:lnTo>
                  <a:pt x="11227022" y="434016"/>
                </a:lnTo>
                <a:cubicBezTo>
                  <a:pt x="11209412" y="399213"/>
                  <a:pt x="11173205" y="377410"/>
                  <a:pt x="11132060" y="377410"/>
                </a:cubicBezTo>
                <a:close/>
                <a:moveTo>
                  <a:pt x="11591358" y="331470"/>
                </a:moveTo>
                <a:lnTo>
                  <a:pt x="11591358" y="530892"/>
                </a:lnTo>
                <a:cubicBezTo>
                  <a:pt x="11591358" y="530892"/>
                  <a:pt x="11588540" y="580435"/>
                  <a:pt x="11634684" y="580312"/>
                </a:cubicBezTo>
                <a:lnTo>
                  <a:pt x="11634684" y="580353"/>
                </a:lnTo>
                <a:lnTo>
                  <a:pt x="11680231" y="580353"/>
                </a:lnTo>
                <a:lnTo>
                  <a:pt x="11680231" y="543523"/>
                </a:lnTo>
                <a:lnTo>
                  <a:pt x="11652870" y="543523"/>
                </a:lnTo>
                <a:cubicBezTo>
                  <a:pt x="11652870" y="543523"/>
                  <a:pt x="11639127" y="543666"/>
                  <a:pt x="11638737" y="531485"/>
                </a:cubicBezTo>
                <a:lnTo>
                  <a:pt x="11638737" y="425070"/>
                </a:lnTo>
                <a:lnTo>
                  <a:pt x="11676816" y="425070"/>
                </a:lnTo>
                <a:lnTo>
                  <a:pt x="11676816" y="388219"/>
                </a:lnTo>
                <a:lnTo>
                  <a:pt x="11638737" y="388219"/>
                </a:lnTo>
                <a:lnTo>
                  <a:pt x="11638737" y="331470"/>
                </a:lnTo>
                <a:close/>
                <a:moveTo>
                  <a:pt x="11483641" y="331470"/>
                </a:moveTo>
                <a:lnTo>
                  <a:pt x="11483641" y="530892"/>
                </a:lnTo>
                <a:cubicBezTo>
                  <a:pt x="11483641" y="530892"/>
                  <a:pt x="11479980" y="580312"/>
                  <a:pt x="11527008" y="580312"/>
                </a:cubicBezTo>
                <a:lnTo>
                  <a:pt x="11527008" y="580353"/>
                </a:lnTo>
                <a:lnTo>
                  <a:pt x="11564841" y="580353"/>
                </a:lnTo>
                <a:lnTo>
                  <a:pt x="11564841" y="543523"/>
                </a:lnTo>
                <a:lnTo>
                  <a:pt x="11545173" y="543523"/>
                </a:lnTo>
                <a:lnTo>
                  <a:pt x="11545153" y="543523"/>
                </a:lnTo>
                <a:cubicBezTo>
                  <a:pt x="11545153" y="543523"/>
                  <a:pt x="11531431" y="543646"/>
                  <a:pt x="11531040" y="531485"/>
                </a:cubicBezTo>
                <a:lnTo>
                  <a:pt x="11531040" y="33147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10725351" y="6858000"/>
                </a:lnTo>
                <a:lnTo>
                  <a:pt x="10564726" y="6469283"/>
                </a:lnTo>
                <a:lnTo>
                  <a:pt x="10254342" y="6469283"/>
                </a:lnTo>
                <a:lnTo>
                  <a:pt x="10415008" y="6858000"/>
                </a:lnTo>
                <a:lnTo>
                  <a:pt x="10167806" y="6858000"/>
                </a:lnTo>
                <a:lnTo>
                  <a:pt x="10007140" y="6469283"/>
                </a:lnTo>
                <a:lnTo>
                  <a:pt x="9696819" y="6469283"/>
                </a:lnTo>
                <a:lnTo>
                  <a:pt x="9857485" y="6858000"/>
                </a:lnTo>
                <a:lnTo>
                  <a:pt x="9610282" y="6858000"/>
                </a:lnTo>
                <a:lnTo>
                  <a:pt x="9449616" y="6469283"/>
                </a:lnTo>
                <a:lnTo>
                  <a:pt x="9386125" y="6469283"/>
                </a:lnTo>
                <a:lnTo>
                  <a:pt x="9139295" y="6469283"/>
                </a:lnTo>
                <a:lnTo>
                  <a:pt x="9262679" y="6767919"/>
                </a:lnTo>
                <a:lnTo>
                  <a:pt x="9299908" y="6858000"/>
                </a:lnTo>
                <a:lnTo>
                  <a:pt x="9052759" y="6858000"/>
                </a:lnTo>
                <a:lnTo>
                  <a:pt x="8892093" y="6469283"/>
                </a:lnTo>
                <a:lnTo>
                  <a:pt x="8581710" y="6469283"/>
                </a:lnTo>
                <a:lnTo>
                  <a:pt x="8742376" y="6858000"/>
                </a:lnTo>
                <a:lnTo>
                  <a:pt x="8495174" y="6858000"/>
                </a:lnTo>
                <a:lnTo>
                  <a:pt x="8334508" y="6469283"/>
                </a:lnTo>
                <a:lnTo>
                  <a:pt x="8024187" y="6469283"/>
                </a:lnTo>
                <a:lnTo>
                  <a:pt x="8184853" y="6858000"/>
                </a:lnTo>
                <a:lnTo>
                  <a:pt x="0" y="6858000"/>
                </a:lnTo>
                <a:lnTo>
                  <a:pt x="0" y="6350680"/>
                </a:lnTo>
                <a:lnTo>
                  <a:pt x="0" y="5885879"/>
                </a:lnTo>
                <a:lnTo>
                  <a:pt x="0" y="5444080"/>
                </a:lnTo>
                <a:lnTo>
                  <a:pt x="0" y="4502003"/>
                </a:lnTo>
                <a:close/>
              </a:path>
            </a:pathLst>
          </a:custGeom>
          <a:pattFill prst="pct5">
            <a:fgClr>
              <a:schemeClr val="bg1"/>
            </a:fgClr>
            <a:bgClr>
              <a:schemeClr val="accent3"/>
            </a:bgClr>
          </a:pattFill>
        </p:spPr>
        <p:txBody>
          <a:bodyPr wrap="square">
            <a:noAutofit/>
          </a:bodyPr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648368"/>
            <a:ext cx="7745747" cy="4019884"/>
          </a:xfrm>
        </p:spPr>
        <p:txBody>
          <a:bodyPr anchor="t">
            <a:normAutofit/>
          </a:bodyPr>
          <a:lstStyle>
            <a:lvl1pPr fontAlgn="t">
              <a:lnSpc>
                <a:spcPct val="7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style.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C5ADBA68-B969-9AE6-B5E9-AC5C99B65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71371" t="-126189" r="-32059" b="25517"/>
          <a:stretch>
            <a:fillRect/>
          </a:stretch>
        </p:blipFill>
        <p:spPr>
          <a:xfrm rot="5400000">
            <a:off x="5563837" y="227361"/>
            <a:ext cx="6856858" cy="6402134"/>
          </a:xfrm>
          <a:custGeom>
            <a:avLst/>
            <a:gdLst>
              <a:gd name="connsiteX0" fmla="*/ 0 w 6856858"/>
              <a:gd name="connsiteY0" fmla="*/ 6402134 h 6402134"/>
              <a:gd name="connsiteX1" fmla="*/ 0 w 6856858"/>
              <a:gd name="connsiteY1" fmla="*/ 64 h 6402134"/>
              <a:gd name="connsiteX2" fmla="*/ 6856858 w 6856858"/>
              <a:gd name="connsiteY2" fmla="*/ 0 h 6402134"/>
              <a:gd name="connsiteX3" fmla="*/ 6856857 w 6856858"/>
              <a:gd name="connsiteY3" fmla="*/ 6402134 h 6402134"/>
              <a:gd name="connsiteX4" fmla="*/ 6420207 w 6856858"/>
              <a:gd name="connsiteY4" fmla="*/ 6221445 h 6402134"/>
              <a:gd name="connsiteX5" fmla="*/ 6420208 w 6856858"/>
              <a:gd name="connsiteY5" fmla="*/ 4025879 h 6402134"/>
              <a:gd name="connsiteX6" fmla="*/ 5058179 w 6856858"/>
              <a:gd name="connsiteY6" fmla="*/ 4025879 h 6402134"/>
              <a:gd name="connsiteX7" fmla="*/ 5058178 w 6856858"/>
              <a:gd name="connsiteY7" fmla="*/ 5657828 h 6402134"/>
              <a:gd name="connsiteX8" fmla="*/ 3428428 w 6856858"/>
              <a:gd name="connsiteY8" fmla="*/ 4983427 h 6402134"/>
              <a:gd name="connsiteX9" fmla="*/ 0 w 6856858"/>
              <a:gd name="connsiteY9" fmla="*/ 6402134 h 64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6858" h="6402134">
                <a:moveTo>
                  <a:pt x="0" y="6402134"/>
                </a:moveTo>
                <a:lnTo>
                  <a:pt x="0" y="64"/>
                </a:lnTo>
                <a:lnTo>
                  <a:pt x="6856858" y="0"/>
                </a:lnTo>
                <a:lnTo>
                  <a:pt x="6856857" y="6402134"/>
                </a:lnTo>
                <a:lnTo>
                  <a:pt x="6420207" y="6221445"/>
                </a:lnTo>
                <a:lnTo>
                  <a:pt x="6420208" y="4025879"/>
                </a:lnTo>
                <a:lnTo>
                  <a:pt x="5058179" y="4025879"/>
                </a:lnTo>
                <a:lnTo>
                  <a:pt x="5058178" y="5657828"/>
                </a:lnTo>
                <a:lnTo>
                  <a:pt x="3428428" y="4983427"/>
                </a:lnTo>
                <a:lnTo>
                  <a:pt x="0" y="6402134"/>
                </a:lnTo>
                <a:close/>
              </a:path>
            </a:pathLst>
          </a:cu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9AB8136-9A1C-1F7D-00D8-B8206F7C8F5B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7BA37F-30F6-8B1B-276F-06441A9603AB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Send the image to back to reveal the statement text again. </a:t>
              </a:r>
            </a:p>
          </p:txBody>
        </p:sp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5E12049-041B-98D8-4F8F-6632B38E70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A3E6CA-05FD-A8D1-3A6B-A0CA8E8738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BAEE36A-8BEB-08C1-36BB-25ED7557FF9F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bg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51920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067">
          <p15:clr>
            <a:srgbClr val="FBAE40"/>
          </p15:clr>
        </p15:guide>
        <p15:guide id="2" orient="horz" pos="368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ext Image_Teal_Sing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6BD2752-DFC6-BB09-EE42-7ACBE45DD066}"/>
              </a:ext>
            </a:extLst>
          </p:cNvPr>
          <p:cNvSpPr/>
          <p:nvPr userDrawn="1"/>
        </p:nvSpPr>
        <p:spPr>
          <a:xfrm>
            <a:off x="10964837" y="0"/>
            <a:ext cx="1227163" cy="648369"/>
          </a:xfrm>
          <a:prstGeom prst="rect">
            <a:avLst/>
          </a:prstGeom>
          <a:solidFill>
            <a:schemeClr val="tx1"/>
          </a:solidFill>
          <a:ln w="634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4281736-4DDE-9CFC-16F7-4447E56DCC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11349036 w 12191999"/>
              <a:gd name="connsiteY0" fmla="*/ 421302 h 6858000"/>
              <a:gd name="connsiteX1" fmla="*/ 11407688 w 12191999"/>
              <a:gd name="connsiteY1" fmla="*/ 481634 h 6858000"/>
              <a:gd name="connsiteX2" fmla="*/ 11349036 w 12191999"/>
              <a:gd name="connsiteY2" fmla="*/ 541987 h 6858000"/>
              <a:gd name="connsiteX3" fmla="*/ 11290384 w 12191999"/>
              <a:gd name="connsiteY3" fmla="*/ 482003 h 6858000"/>
              <a:gd name="connsiteX4" fmla="*/ 11290384 w 12191999"/>
              <a:gd name="connsiteY4" fmla="*/ 481634 h 6858000"/>
              <a:gd name="connsiteX5" fmla="*/ 11349036 w 12191999"/>
              <a:gd name="connsiteY5" fmla="*/ 421302 h 6858000"/>
              <a:gd name="connsiteX6" fmla="*/ 11349036 w 12191999"/>
              <a:gd name="connsiteY6" fmla="*/ 377655 h 6858000"/>
              <a:gd name="connsiteX7" fmla="*/ 11243006 w 12191999"/>
              <a:gd name="connsiteY7" fmla="*/ 481655 h 6858000"/>
              <a:gd name="connsiteX8" fmla="*/ 11243006 w 12191999"/>
              <a:gd name="connsiteY8" fmla="*/ 482023 h 6858000"/>
              <a:gd name="connsiteX9" fmla="*/ 11349036 w 12191999"/>
              <a:gd name="connsiteY9" fmla="*/ 586371 h 6858000"/>
              <a:gd name="connsiteX10" fmla="*/ 11455087 w 12191999"/>
              <a:gd name="connsiteY10" fmla="*/ 482023 h 6858000"/>
              <a:gd name="connsiteX11" fmla="*/ 11349036 w 12191999"/>
              <a:gd name="connsiteY11" fmla="*/ 377675 h 6858000"/>
              <a:gd name="connsiteX12" fmla="*/ 11132060 w 12191999"/>
              <a:gd name="connsiteY12" fmla="*/ 377410 h 6858000"/>
              <a:gd name="connsiteX13" fmla="*/ 11027676 w 12191999"/>
              <a:gd name="connsiteY13" fmla="*/ 481840 h 6858000"/>
              <a:gd name="connsiteX14" fmla="*/ 11133603 w 12191999"/>
              <a:gd name="connsiteY14" fmla="*/ 586617 h 6858000"/>
              <a:gd name="connsiteX15" fmla="*/ 11226919 w 12191999"/>
              <a:gd name="connsiteY15" fmla="*/ 531014 h 6858000"/>
              <a:gd name="connsiteX16" fmla="*/ 11187996 w 12191999"/>
              <a:gd name="connsiteY16" fmla="*/ 508843 h 6858000"/>
              <a:gd name="connsiteX17" fmla="*/ 11187112 w 12191999"/>
              <a:gd name="connsiteY17" fmla="*/ 508843 h 6858000"/>
              <a:gd name="connsiteX18" fmla="*/ 11187112 w 12191999"/>
              <a:gd name="connsiteY18" fmla="*/ 508863 h 6858000"/>
              <a:gd name="connsiteX19" fmla="*/ 11133706 w 12191999"/>
              <a:gd name="connsiteY19" fmla="*/ 542622 h 6858000"/>
              <a:gd name="connsiteX20" fmla="*/ 11075342 w 12191999"/>
              <a:gd name="connsiteY20" fmla="*/ 482024 h 6858000"/>
              <a:gd name="connsiteX21" fmla="*/ 11091677 w 12191999"/>
              <a:gd name="connsiteY21" fmla="*/ 438295 h 6858000"/>
              <a:gd name="connsiteX22" fmla="*/ 11133809 w 12191999"/>
              <a:gd name="connsiteY22" fmla="*/ 421426 h 6858000"/>
              <a:gd name="connsiteX23" fmla="*/ 11187174 w 12191999"/>
              <a:gd name="connsiteY23" fmla="*/ 456720 h 6858000"/>
              <a:gd name="connsiteX24" fmla="*/ 11227022 w 12191999"/>
              <a:gd name="connsiteY24" fmla="*/ 434016 h 6858000"/>
              <a:gd name="connsiteX25" fmla="*/ 11132060 w 12191999"/>
              <a:gd name="connsiteY25" fmla="*/ 377410 h 6858000"/>
              <a:gd name="connsiteX26" fmla="*/ 11591358 w 12191999"/>
              <a:gd name="connsiteY26" fmla="*/ 331470 h 6858000"/>
              <a:gd name="connsiteX27" fmla="*/ 11591358 w 12191999"/>
              <a:gd name="connsiteY27" fmla="*/ 530892 h 6858000"/>
              <a:gd name="connsiteX28" fmla="*/ 11634684 w 12191999"/>
              <a:gd name="connsiteY28" fmla="*/ 580312 h 6858000"/>
              <a:gd name="connsiteX29" fmla="*/ 11634684 w 12191999"/>
              <a:gd name="connsiteY29" fmla="*/ 580353 h 6858000"/>
              <a:gd name="connsiteX30" fmla="*/ 11680231 w 12191999"/>
              <a:gd name="connsiteY30" fmla="*/ 580353 h 6858000"/>
              <a:gd name="connsiteX31" fmla="*/ 11680231 w 12191999"/>
              <a:gd name="connsiteY31" fmla="*/ 543523 h 6858000"/>
              <a:gd name="connsiteX32" fmla="*/ 11652870 w 12191999"/>
              <a:gd name="connsiteY32" fmla="*/ 543523 h 6858000"/>
              <a:gd name="connsiteX33" fmla="*/ 11638737 w 12191999"/>
              <a:gd name="connsiteY33" fmla="*/ 531485 h 6858000"/>
              <a:gd name="connsiteX34" fmla="*/ 11638737 w 12191999"/>
              <a:gd name="connsiteY34" fmla="*/ 425070 h 6858000"/>
              <a:gd name="connsiteX35" fmla="*/ 11676816 w 12191999"/>
              <a:gd name="connsiteY35" fmla="*/ 425070 h 6858000"/>
              <a:gd name="connsiteX36" fmla="*/ 11676816 w 12191999"/>
              <a:gd name="connsiteY36" fmla="*/ 388219 h 6858000"/>
              <a:gd name="connsiteX37" fmla="*/ 11638737 w 12191999"/>
              <a:gd name="connsiteY37" fmla="*/ 388219 h 6858000"/>
              <a:gd name="connsiteX38" fmla="*/ 11638737 w 12191999"/>
              <a:gd name="connsiteY38" fmla="*/ 331470 h 6858000"/>
              <a:gd name="connsiteX39" fmla="*/ 11483641 w 12191999"/>
              <a:gd name="connsiteY39" fmla="*/ 331470 h 6858000"/>
              <a:gd name="connsiteX40" fmla="*/ 11483641 w 12191999"/>
              <a:gd name="connsiteY40" fmla="*/ 530892 h 6858000"/>
              <a:gd name="connsiteX41" fmla="*/ 11527008 w 12191999"/>
              <a:gd name="connsiteY41" fmla="*/ 580312 h 6858000"/>
              <a:gd name="connsiteX42" fmla="*/ 11527008 w 12191999"/>
              <a:gd name="connsiteY42" fmla="*/ 580353 h 6858000"/>
              <a:gd name="connsiteX43" fmla="*/ 11564841 w 12191999"/>
              <a:gd name="connsiteY43" fmla="*/ 580353 h 6858000"/>
              <a:gd name="connsiteX44" fmla="*/ 11564841 w 12191999"/>
              <a:gd name="connsiteY44" fmla="*/ 543523 h 6858000"/>
              <a:gd name="connsiteX45" fmla="*/ 11545173 w 12191999"/>
              <a:gd name="connsiteY45" fmla="*/ 543523 h 6858000"/>
              <a:gd name="connsiteX46" fmla="*/ 11545153 w 12191999"/>
              <a:gd name="connsiteY46" fmla="*/ 543523 h 6858000"/>
              <a:gd name="connsiteX47" fmla="*/ 11531040 w 12191999"/>
              <a:gd name="connsiteY47" fmla="*/ 531485 h 6858000"/>
              <a:gd name="connsiteX48" fmla="*/ 11531040 w 12191999"/>
              <a:gd name="connsiteY48" fmla="*/ 331470 h 6858000"/>
              <a:gd name="connsiteX49" fmla="*/ 0 w 12191999"/>
              <a:gd name="connsiteY49" fmla="*/ 0 h 6858000"/>
              <a:gd name="connsiteX50" fmla="*/ 12191999 w 12191999"/>
              <a:gd name="connsiteY50" fmla="*/ 0 h 6858000"/>
              <a:gd name="connsiteX51" fmla="*/ 12191999 w 12191999"/>
              <a:gd name="connsiteY51" fmla="*/ 6858000 h 6858000"/>
              <a:gd name="connsiteX52" fmla="*/ 10725351 w 12191999"/>
              <a:gd name="connsiteY52" fmla="*/ 6858000 h 6858000"/>
              <a:gd name="connsiteX53" fmla="*/ 10564726 w 12191999"/>
              <a:gd name="connsiteY53" fmla="*/ 6469283 h 6858000"/>
              <a:gd name="connsiteX54" fmla="*/ 10254342 w 12191999"/>
              <a:gd name="connsiteY54" fmla="*/ 6469283 h 6858000"/>
              <a:gd name="connsiteX55" fmla="*/ 10415008 w 12191999"/>
              <a:gd name="connsiteY55" fmla="*/ 6858000 h 6858000"/>
              <a:gd name="connsiteX56" fmla="*/ 10167806 w 12191999"/>
              <a:gd name="connsiteY56" fmla="*/ 6858000 h 6858000"/>
              <a:gd name="connsiteX57" fmla="*/ 10007140 w 12191999"/>
              <a:gd name="connsiteY57" fmla="*/ 6469283 h 6858000"/>
              <a:gd name="connsiteX58" fmla="*/ 9696819 w 12191999"/>
              <a:gd name="connsiteY58" fmla="*/ 6469283 h 6858000"/>
              <a:gd name="connsiteX59" fmla="*/ 9857485 w 12191999"/>
              <a:gd name="connsiteY59" fmla="*/ 6858000 h 6858000"/>
              <a:gd name="connsiteX60" fmla="*/ 9610282 w 12191999"/>
              <a:gd name="connsiteY60" fmla="*/ 6858000 h 6858000"/>
              <a:gd name="connsiteX61" fmla="*/ 9449616 w 12191999"/>
              <a:gd name="connsiteY61" fmla="*/ 6469283 h 6858000"/>
              <a:gd name="connsiteX62" fmla="*/ 9386125 w 12191999"/>
              <a:gd name="connsiteY62" fmla="*/ 6469283 h 6858000"/>
              <a:gd name="connsiteX63" fmla="*/ 9139295 w 12191999"/>
              <a:gd name="connsiteY63" fmla="*/ 6469283 h 6858000"/>
              <a:gd name="connsiteX64" fmla="*/ 9262679 w 12191999"/>
              <a:gd name="connsiteY64" fmla="*/ 6767919 h 6858000"/>
              <a:gd name="connsiteX65" fmla="*/ 9299908 w 12191999"/>
              <a:gd name="connsiteY65" fmla="*/ 6858000 h 6858000"/>
              <a:gd name="connsiteX66" fmla="*/ 9052759 w 12191999"/>
              <a:gd name="connsiteY66" fmla="*/ 6858000 h 6858000"/>
              <a:gd name="connsiteX67" fmla="*/ 8892093 w 12191999"/>
              <a:gd name="connsiteY67" fmla="*/ 6469283 h 6858000"/>
              <a:gd name="connsiteX68" fmla="*/ 8581710 w 12191999"/>
              <a:gd name="connsiteY68" fmla="*/ 6469283 h 6858000"/>
              <a:gd name="connsiteX69" fmla="*/ 8742376 w 12191999"/>
              <a:gd name="connsiteY69" fmla="*/ 6858000 h 6858000"/>
              <a:gd name="connsiteX70" fmla="*/ 8495174 w 12191999"/>
              <a:gd name="connsiteY70" fmla="*/ 6858000 h 6858000"/>
              <a:gd name="connsiteX71" fmla="*/ 8334508 w 12191999"/>
              <a:gd name="connsiteY71" fmla="*/ 6469283 h 6858000"/>
              <a:gd name="connsiteX72" fmla="*/ 8024187 w 12191999"/>
              <a:gd name="connsiteY72" fmla="*/ 6469283 h 6858000"/>
              <a:gd name="connsiteX73" fmla="*/ 8184853 w 12191999"/>
              <a:gd name="connsiteY73" fmla="*/ 6858000 h 6858000"/>
              <a:gd name="connsiteX74" fmla="*/ 0 w 12191999"/>
              <a:gd name="connsiteY74" fmla="*/ 6858000 h 6858000"/>
              <a:gd name="connsiteX75" fmla="*/ 0 w 12191999"/>
              <a:gd name="connsiteY75" fmla="*/ 6350680 h 6858000"/>
              <a:gd name="connsiteX76" fmla="*/ 0 w 12191999"/>
              <a:gd name="connsiteY76" fmla="*/ 5885879 h 6858000"/>
              <a:gd name="connsiteX77" fmla="*/ 0 w 12191999"/>
              <a:gd name="connsiteY77" fmla="*/ 5444080 h 6858000"/>
              <a:gd name="connsiteX78" fmla="*/ 0 w 12191999"/>
              <a:gd name="connsiteY78" fmla="*/ 450200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</a:cxnLst>
            <a:rect l="l" t="t" r="r" b="b"/>
            <a:pathLst>
              <a:path w="12191999" h="6858000">
                <a:moveTo>
                  <a:pt x="11349036" y="421302"/>
                </a:moveTo>
                <a:cubicBezTo>
                  <a:pt x="11381396" y="421302"/>
                  <a:pt x="11407688" y="446893"/>
                  <a:pt x="11407688" y="481634"/>
                </a:cubicBezTo>
                <a:cubicBezTo>
                  <a:pt x="11407688" y="516376"/>
                  <a:pt x="11381458" y="541987"/>
                  <a:pt x="11349036" y="541987"/>
                </a:cubicBezTo>
                <a:cubicBezTo>
                  <a:pt x="11316676" y="541987"/>
                  <a:pt x="11290384" y="516396"/>
                  <a:pt x="11290384" y="482003"/>
                </a:cubicBezTo>
                <a:lnTo>
                  <a:pt x="11290384" y="481634"/>
                </a:lnTo>
                <a:cubicBezTo>
                  <a:pt x="11290384" y="446893"/>
                  <a:pt x="11316676" y="421302"/>
                  <a:pt x="11349036" y="421302"/>
                </a:cubicBezTo>
                <a:close/>
                <a:moveTo>
                  <a:pt x="11349036" y="377655"/>
                </a:moveTo>
                <a:cubicBezTo>
                  <a:pt x="11280098" y="377655"/>
                  <a:pt x="11243006" y="431211"/>
                  <a:pt x="11243006" y="481655"/>
                </a:cubicBezTo>
                <a:lnTo>
                  <a:pt x="11243006" y="482023"/>
                </a:lnTo>
                <a:cubicBezTo>
                  <a:pt x="11243006" y="532918"/>
                  <a:pt x="11280098" y="586371"/>
                  <a:pt x="11349036" y="586371"/>
                </a:cubicBezTo>
                <a:cubicBezTo>
                  <a:pt x="11417974" y="586371"/>
                  <a:pt x="11455087" y="532897"/>
                  <a:pt x="11455087" y="482023"/>
                </a:cubicBezTo>
                <a:cubicBezTo>
                  <a:pt x="11455087" y="431149"/>
                  <a:pt x="11418015" y="377675"/>
                  <a:pt x="11349036" y="377675"/>
                </a:cubicBezTo>
                <a:close/>
                <a:moveTo>
                  <a:pt x="11132060" y="377410"/>
                </a:moveTo>
                <a:cubicBezTo>
                  <a:pt x="11072647" y="377390"/>
                  <a:pt x="11027676" y="423882"/>
                  <a:pt x="11027676" y="481840"/>
                </a:cubicBezTo>
                <a:cubicBezTo>
                  <a:pt x="11027676" y="539797"/>
                  <a:pt x="11071125" y="586617"/>
                  <a:pt x="11133603" y="586617"/>
                </a:cubicBezTo>
                <a:cubicBezTo>
                  <a:pt x="11175818" y="586617"/>
                  <a:pt x="11209803" y="563484"/>
                  <a:pt x="11226919" y="531014"/>
                </a:cubicBezTo>
                <a:lnTo>
                  <a:pt x="11187996" y="508843"/>
                </a:lnTo>
                <a:lnTo>
                  <a:pt x="11187112" y="508843"/>
                </a:lnTo>
                <a:lnTo>
                  <a:pt x="11187112" y="508863"/>
                </a:lnTo>
                <a:cubicBezTo>
                  <a:pt x="11179912" y="525098"/>
                  <a:pt x="11163207" y="542520"/>
                  <a:pt x="11133706" y="542622"/>
                </a:cubicBezTo>
                <a:cubicBezTo>
                  <a:pt x="11100152" y="542622"/>
                  <a:pt x="11075342" y="517318"/>
                  <a:pt x="11075342" y="482024"/>
                </a:cubicBezTo>
                <a:cubicBezTo>
                  <a:pt x="11075342" y="464786"/>
                  <a:pt x="11081576" y="448797"/>
                  <a:pt x="11091677" y="438295"/>
                </a:cubicBezTo>
                <a:cubicBezTo>
                  <a:pt x="11103115" y="426912"/>
                  <a:pt x="11116487" y="420975"/>
                  <a:pt x="11133809" y="421426"/>
                </a:cubicBezTo>
                <a:cubicBezTo>
                  <a:pt x="11159668" y="421323"/>
                  <a:pt x="11178615" y="435961"/>
                  <a:pt x="11187174" y="456720"/>
                </a:cubicBezTo>
                <a:lnTo>
                  <a:pt x="11227022" y="434016"/>
                </a:lnTo>
                <a:cubicBezTo>
                  <a:pt x="11209412" y="399213"/>
                  <a:pt x="11173205" y="377410"/>
                  <a:pt x="11132060" y="377410"/>
                </a:cubicBezTo>
                <a:close/>
                <a:moveTo>
                  <a:pt x="11591358" y="331470"/>
                </a:moveTo>
                <a:lnTo>
                  <a:pt x="11591358" y="530892"/>
                </a:lnTo>
                <a:cubicBezTo>
                  <a:pt x="11591358" y="530892"/>
                  <a:pt x="11588540" y="580435"/>
                  <a:pt x="11634684" y="580312"/>
                </a:cubicBezTo>
                <a:lnTo>
                  <a:pt x="11634684" y="580353"/>
                </a:lnTo>
                <a:lnTo>
                  <a:pt x="11680231" y="580353"/>
                </a:lnTo>
                <a:lnTo>
                  <a:pt x="11680231" y="543523"/>
                </a:lnTo>
                <a:lnTo>
                  <a:pt x="11652870" y="543523"/>
                </a:lnTo>
                <a:cubicBezTo>
                  <a:pt x="11652870" y="543523"/>
                  <a:pt x="11639127" y="543666"/>
                  <a:pt x="11638737" y="531485"/>
                </a:cubicBezTo>
                <a:lnTo>
                  <a:pt x="11638737" y="425070"/>
                </a:lnTo>
                <a:lnTo>
                  <a:pt x="11676816" y="425070"/>
                </a:lnTo>
                <a:lnTo>
                  <a:pt x="11676816" y="388219"/>
                </a:lnTo>
                <a:lnTo>
                  <a:pt x="11638737" y="388219"/>
                </a:lnTo>
                <a:lnTo>
                  <a:pt x="11638737" y="331470"/>
                </a:lnTo>
                <a:close/>
                <a:moveTo>
                  <a:pt x="11483641" y="331470"/>
                </a:moveTo>
                <a:lnTo>
                  <a:pt x="11483641" y="530892"/>
                </a:lnTo>
                <a:cubicBezTo>
                  <a:pt x="11483641" y="530892"/>
                  <a:pt x="11479980" y="580312"/>
                  <a:pt x="11527008" y="580312"/>
                </a:cubicBezTo>
                <a:lnTo>
                  <a:pt x="11527008" y="580353"/>
                </a:lnTo>
                <a:lnTo>
                  <a:pt x="11564841" y="580353"/>
                </a:lnTo>
                <a:lnTo>
                  <a:pt x="11564841" y="543523"/>
                </a:lnTo>
                <a:lnTo>
                  <a:pt x="11545173" y="543523"/>
                </a:lnTo>
                <a:lnTo>
                  <a:pt x="11545153" y="543523"/>
                </a:lnTo>
                <a:cubicBezTo>
                  <a:pt x="11545153" y="543523"/>
                  <a:pt x="11531431" y="543646"/>
                  <a:pt x="11531040" y="531485"/>
                </a:cubicBezTo>
                <a:lnTo>
                  <a:pt x="11531040" y="33147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10725351" y="6858000"/>
                </a:lnTo>
                <a:lnTo>
                  <a:pt x="10564726" y="6469283"/>
                </a:lnTo>
                <a:lnTo>
                  <a:pt x="10254342" y="6469283"/>
                </a:lnTo>
                <a:lnTo>
                  <a:pt x="10415008" y="6858000"/>
                </a:lnTo>
                <a:lnTo>
                  <a:pt x="10167806" y="6858000"/>
                </a:lnTo>
                <a:lnTo>
                  <a:pt x="10007140" y="6469283"/>
                </a:lnTo>
                <a:lnTo>
                  <a:pt x="9696819" y="6469283"/>
                </a:lnTo>
                <a:lnTo>
                  <a:pt x="9857485" y="6858000"/>
                </a:lnTo>
                <a:lnTo>
                  <a:pt x="9610282" y="6858000"/>
                </a:lnTo>
                <a:lnTo>
                  <a:pt x="9449616" y="6469283"/>
                </a:lnTo>
                <a:lnTo>
                  <a:pt x="9386125" y="6469283"/>
                </a:lnTo>
                <a:lnTo>
                  <a:pt x="9139295" y="6469283"/>
                </a:lnTo>
                <a:lnTo>
                  <a:pt x="9262679" y="6767919"/>
                </a:lnTo>
                <a:lnTo>
                  <a:pt x="9299908" y="6858000"/>
                </a:lnTo>
                <a:lnTo>
                  <a:pt x="9052759" y="6858000"/>
                </a:lnTo>
                <a:lnTo>
                  <a:pt x="8892093" y="6469283"/>
                </a:lnTo>
                <a:lnTo>
                  <a:pt x="8581710" y="6469283"/>
                </a:lnTo>
                <a:lnTo>
                  <a:pt x="8742376" y="6858000"/>
                </a:lnTo>
                <a:lnTo>
                  <a:pt x="8495174" y="6858000"/>
                </a:lnTo>
                <a:lnTo>
                  <a:pt x="8334508" y="6469283"/>
                </a:lnTo>
                <a:lnTo>
                  <a:pt x="8024187" y="6469283"/>
                </a:lnTo>
                <a:lnTo>
                  <a:pt x="8184853" y="6858000"/>
                </a:lnTo>
                <a:lnTo>
                  <a:pt x="0" y="6858000"/>
                </a:lnTo>
                <a:lnTo>
                  <a:pt x="0" y="6350680"/>
                </a:lnTo>
                <a:lnTo>
                  <a:pt x="0" y="5885879"/>
                </a:lnTo>
                <a:lnTo>
                  <a:pt x="0" y="5444080"/>
                </a:lnTo>
                <a:lnTo>
                  <a:pt x="0" y="4502003"/>
                </a:lnTo>
                <a:close/>
              </a:path>
            </a:pathLst>
          </a:custGeom>
          <a:pattFill prst="pct5">
            <a:fgClr>
              <a:schemeClr val="accent3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648368"/>
            <a:ext cx="7745747" cy="4019884"/>
          </a:xfrm>
        </p:spPr>
        <p:txBody>
          <a:bodyPr anchor="t">
            <a:normAutofit/>
          </a:bodyPr>
          <a:lstStyle>
            <a:lvl1pPr fontAlgn="t">
              <a:lnSpc>
                <a:spcPct val="7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style.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C5ADBA68-B969-9AE6-B5E9-AC5C99B65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71371" t="-126189" r="-32059" b="25517"/>
          <a:stretch>
            <a:fillRect/>
          </a:stretch>
        </p:blipFill>
        <p:spPr>
          <a:xfrm rot="5400000">
            <a:off x="5563837" y="227361"/>
            <a:ext cx="6856858" cy="6402134"/>
          </a:xfrm>
          <a:custGeom>
            <a:avLst/>
            <a:gdLst>
              <a:gd name="connsiteX0" fmla="*/ 0 w 6856858"/>
              <a:gd name="connsiteY0" fmla="*/ 6402134 h 6402134"/>
              <a:gd name="connsiteX1" fmla="*/ 0 w 6856858"/>
              <a:gd name="connsiteY1" fmla="*/ 64 h 6402134"/>
              <a:gd name="connsiteX2" fmla="*/ 6856858 w 6856858"/>
              <a:gd name="connsiteY2" fmla="*/ 0 h 6402134"/>
              <a:gd name="connsiteX3" fmla="*/ 6856857 w 6856858"/>
              <a:gd name="connsiteY3" fmla="*/ 6402134 h 6402134"/>
              <a:gd name="connsiteX4" fmla="*/ 6420207 w 6856858"/>
              <a:gd name="connsiteY4" fmla="*/ 6221445 h 6402134"/>
              <a:gd name="connsiteX5" fmla="*/ 6420208 w 6856858"/>
              <a:gd name="connsiteY5" fmla="*/ 4025879 h 6402134"/>
              <a:gd name="connsiteX6" fmla="*/ 5058179 w 6856858"/>
              <a:gd name="connsiteY6" fmla="*/ 4025879 h 6402134"/>
              <a:gd name="connsiteX7" fmla="*/ 5058178 w 6856858"/>
              <a:gd name="connsiteY7" fmla="*/ 5657828 h 6402134"/>
              <a:gd name="connsiteX8" fmla="*/ 3428428 w 6856858"/>
              <a:gd name="connsiteY8" fmla="*/ 4983427 h 6402134"/>
              <a:gd name="connsiteX9" fmla="*/ 0 w 6856858"/>
              <a:gd name="connsiteY9" fmla="*/ 6402134 h 64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6858" h="6402134">
                <a:moveTo>
                  <a:pt x="0" y="6402134"/>
                </a:moveTo>
                <a:lnTo>
                  <a:pt x="0" y="64"/>
                </a:lnTo>
                <a:lnTo>
                  <a:pt x="6856858" y="0"/>
                </a:lnTo>
                <a:lnTo>
                  <a:pt x="6856857" y="6402134"/>
                </a:lnTo>
                <a:lnTo>
                  <a:pt x="6420207" y="6221445"/>
                </a:lnTo>
                <a:lnTo>
                  <a:pt x="6420208" y="4025879"/>
                </a:lnTo>
                <a:lnTo>
                  <a:pt x="5058179" y="4025879"/>
                </a:lnTo>
                <a:lnTo>
                  <a:pt x="5058178" y="5657828"/>
                </a:lnTo>
                <a:lnTo>
                  <a:pt x="3428428" y="4983427"/>
                </a:lnTo>
                <a:lnTo>
                  <a:pt x="0" y="6402134"/>
                </a:lnTo>
                <a:close/>
              </a:path>
            </a:pathLst>
          </a:cu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49AB8136-9A1C-1F7D-00D8-B8206F7C8F5B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27BA37F-30F6-8B1B-276F-06441A9603AB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5E12049-041B-98D8-4F8F-6632B38E705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2A3E6CA-05FD-A8D1-3A6B-A0CA8E8738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F6D5C20-BF1B-C6FD-53D5-6C4D48297973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40030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067">
          <p15:clr>
            <a:srgbClr val="FBAE40"/>
          </p15:clr>
        </p15:guide>
        <p15:guide id="2" orient="horz" pos="368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ext Image_Teal_Dou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6BD2752-DFC6-BB09-EE42-7ACBE45DD066}"/>
              </a:ext>
            </a:extLst>
          </p:cNvPr>
          <p:cNvSpPr/>
          <p:nvPr userDrawn="1"/>
        </p:nvSpPr>
        <p:spPr>
          <a:xfrm>
            <a:off x="10964837" y="0"/>
            <a:ext cx="1227163" cy="648369"/>
          </a:xfrm>
          <a:prstGeom prst="rect">
            <a:avLst/>
          </a:prstGeom>
          <a:solidFill>
            <a:schemeClr val="tx1"/>
          </a:solidFill>
          <a:ln w="634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66D04EB7-C58F-3C20-A6B7-021908E709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6858000"/>
          </a:xfrm>
          <a:custGeom>
            <a:avLst/>
            <a:gdLst>
              <a:gd name="connsiteX0" fmla="*/ 1108943 w 12191999"/>
              <a:gd name="connsiteY0" fmla="*/ 5119963 h 6858000"/>
              <a:gd name="connsiteX1" fmla="*/ 1334206 w 12191999"/>
              <a:gd name="connsiteY1" fmla="*/ 5664968 h 6858000"/>
              <a:gd name="connsiteX2" fmla="*/ 1108943 w 12191999"/>
              <a:gd name="connsiteY2" fmla="*/ 6210029 h 6858000"/>
              <a:gd name="connsiteX3" fmla="*/ 1392136 w 12191999"/>
              <a:gd name="connsiteY3" fmla="*/ 6210029 h 6858000"/>
              <a:gd name="connsiteX4" fmla="*/ 1617342 w 12191999"/>
              <a:gd name="connsiteY4" fmla="*/ 5664968 h 6858000"/>
              <a:gd name="connsiteX5" fmla="*/ 1392136 w 12191999"/>
              <a:gd name="connsiteY5" fmla="*/ 5119963 h 6858000"/>
              <a:gd name="connsiteX6" fmla="*/ 600261 w 12191999"/>
              <a:gd name="connsiteY6" fmla="*/ 5119963 h 6858000"/>
              <a:gd name="connsiteX7" fmla="*/ 825524 w 12191999"/>
              <a:gd name="connsiteY7" fmla="*/ 5664968 h 6858000"/>
              <a:gd name="connsiteX8" fmla="*/ 600261 w 12191999"/>
              <a:gd name="connsiteY8" fmla="*/ 6210029 h 6858000"/>
              <a:gd name="connsiteX9" fmla="*/ 883397 w 12191999"/>
              <a:gd name="connsiteY9" fmla="*/ 6210029 h 6858000"/>
              <a:gd name="connsiteX10" fmla="*/ 1108660 w 12191999"/>
              <a:gd name="connsiteY10" fmla="*/ 5664968 h 6858000"/>
              <a:gd name="connsiteX11" fmla="*/ 883397 w 12191999"/>
              <a:gd name="connsiteY11" fmla="*/ 5119963 h 6858000"/>
              <a:gd name="connsiteX12" fmla="*/ 91579 w 12191999"/>
              <a:gd name="connsiteY12" fmla="*/ 5119963 h 6858000"/>
              <a:gd name="connsiteX13" fmla="*/ 204154 w 12191999"/>
              <a:gd name="connsiteY13" fmla="*/ 5392437 h 6858000"/>
              <a:gd name="connsiteX14" fmla="*/ 316785 w 12191999"/>
              <a:gd name="connsiteY14" fmla="*/ 5664968 h 6858000"/>
              <a:gd name="connsiteX15" fmla="*/ 91579 w 12191999"/>
              <a:gd name="connsiteY15" fmla="*/ 6210029 h 6858000"/>
              <a:gd name="connsiteX16" fmla="*/ 374715 w 12191999"/>
              <a:gd name="connsiteY16" fmla="*/ 6210029 h 6858000"/>
              <a:gd name="connsiteX17" fmla="*/ 599978 w 12191999"/>
              <a:gd name="connsiteY17" fmla="*/ 5664968 h 6858000"/>
              <a:gd name="connsiteX18" fmla="*/ 374715 w 12191999"/>
              <a:gd name="connsiteY18" fmla="*/ 5119963 h 6858000"/>
              <a:gd name="connsiteX19" fmla="*/ 316785 w 12191999"/>
              <a:gd name="connsiteY19" fmla="*/ 5119963 h 6858000"/>
              <a:gd name="connsiteX20" fmla="*/ 11349036 w 12191999"/>
              <a:gd name="connsiteY20" fmla="*/ 421302 h 6858000"/>
              <a:gd name="connsiteX21" fmla="*/ 11407688 w 12191999"/>
              <a:gd name="connsiteY21" fmla="*/ 481634 h 6858000"/>
              <a:gd name="connsiteX22" fmla="*/ 11349036 w 12191999"/>
              <a:gd name="connsiteY22" fmla="*/ 541987 h 6858000"/>
              <a:gd name="connsiteX23" fmla="*/ 11290384 w 12191999"/>
              <a:gd name="connsiteY23" fmla="*/ 482003 h 6858000"/>
              <a:gd name="connsiteX24" fmla="*/ 11290384 w 12191999"/>
              <a:gd name="connsiteY24" fmla="*/ 481634 h 6858000"/>
              <a:gd name="connsiteX25" fmla="*/ 11349036 w 12191999"/>
              <a:gd name="connsiteY25" fmla="*/ 421302 h 6858000"/>
              <a:gd name="connsiteX26" fmla="*/ 11349036 w 12191999"/>
              <a:gd name="connsiteY26" fmla="*/ 377655 h 6858000"/>
              <a:gd name="connsiteX27" fmla="*/ 11243006 w 12191999"/>
              <a:gd name="connsiteY27" fmla="*/ 481655 h 6858000"/>
              <a:gd name="connsiteX28" fmla="*/ 11243006 w 12191999"/>
              <a:gd name="connsiteY28" fmla="*/ 482023 h 6858000"/>
              <a:gd name="connsiteX29" fmla="*/ 11349036 w 12191999"/>
              <a:gd name="connsiteY29" fmla="*/ 586371 h 6858000"/>
              <a:gd name="connsiteX30" fmla="*/ 11455087 w 12191999"/>
              <a:gd name="connsiteY30" fmla="*/ 482023 h 6858000"/>
              <a:gd name="connsiteX31" fmla="*/ 11349036 w 12191999"/>
              <a:gd name="connsiteY31" fmla="*/ 377675 h 6858000"/>
              <a:gd name="connsiteX32" fmla="*/ 11132060 w 12191999"/>
              <a:gd name="connsiteY32" fmla="*/ 377410 h 6858000"/>
              <a:gd name="connsiteX33" fmla="*/ 11027676 w 12191999"/>
              <a:gd name="connsiteY33" fmla="*/ 481840 h 6858000"/>
              <a:gd name="connsiteX34" fmla="*/ 11133603 w 12191999"/>
              <a:gd name="connsiteY34" fmla="*/ 586617 h 6858000"/>
              <a:gd name="connsiteX35" fmla="*/ 11226919 w 12191999"/>
              <a:gd name="connsiteY35" fmla="*/ 531014 h 6858000"/>
              <a:gd name="connsiteX36" fmla="*/ 11187996 w 12191999"/>
              <a:gd name="connsiteY36" fmla="*/ 508843 h 6858000"/>
              <a:gd name="connsiteX37" fmla="*/ 11187112 w 12191999"/>
              <a:gd name="connsiteY37" fmla="*/ 508843 h 6858000"/>
              <a:gd name="connsiteX38" fmla="*/ 11187112 w 12191999"/>
              <a:gd name="connsiteY38" fmla="*/ 508863 h 6858000"/>
              <a:gd name="connsiteX39" fmla="*/ 11133706 w 12191999"/>
              <a:gd name="connsiteY39" fmla="*/ 542622 h 6858000"/>
              <a:gd name="connsiteX40" fmla="*/ 11075342 w 12191999"/>
              <a:gd name="connsiteY40" fmla="*/ 482024 h 6858000"/>
              <a:gd name="connsiteX41" fmla="*/ 11091677 w 12191999"/>
              <a:gd name="connsiteY41" fmla="*/ 438295 h 6858000"/>
              <a:gd name="connsiteX42" fmla="*/ 11133809 w 12191999"/>
              <a:gd name="connsiteY42" fmla="*/ 421426 h 6858000"/>
              <a:gd name="connsiteX43" fmla="*/ 11187174 w 12191999"/>
              <a:gd name="connsiteY43" fmla="*/ 456720 h 6858000"/>
              <a:gd name="connsiteX44" fmla="*/ 11227022 w 12191999"/>
              <a:gd name="connsiteY44" fmla="*/ 434016 h 6858000"/>
              <a:gd name="connsiteX45" fmla="*/ 11132060 w 12191999"/>
              <a:gd name="connsiteY45" fmla="*/ 377410 h 6858000"/>
              <a:gd name="connsiteX46" fmla="*/ 11591358 w 12191999"/>
              <a:gd name="connsiteY46" fmla="*/ 331470 h 6858000"/>
              <a:gd name="connsiteX47" fmla="*/ 11591358 w 12191999"/>
              <a:gd name="connsiteY47" fmla="*/ 530892 h 6858000"/>
              <a:gd name="connsiteX48" fmla="*/ 11634684 w 12191999"/>
              <a:gd name="connsiteY48" fmla="*/ 580312 h 6858000"/>
              <a:gd name="connsiteX49" fmla="*/ 11634684 w 12191999"/>
              <a:gd name="connsiteY49" fmla="*/ 580353 h 6858000"/>
              <a:gd name="connsiteX50" fmla="*/ 11680231 w 12191999"/>
              <a:gd name="connsiteY50" fmla="*/ 580353 h 6858000"/>
              <a:gd name="connsiteX51" fmla="*/ 11680231 w 12191999"/>
              <a:gd name="connsiteY51" fmla="*/ 543523 h 6858000"/>
              <a:gd name="connsiteX52" fmla="*/ 11652870 w 12191999"/>
              <a:gd name="connsiteY52" fmla="*/ 543523 h 6858000"/>
              <a:gd name="connsiteX53" fmla="*/ 11638737 w 12191999"/>
              <a:gd name="connsiteY53" fmla="*/ 531485 h 6858000"/>
              <a:gd name="connsiteX54" fmla="*/ 11638737 w 12191999"/>
              <a:gd name="connsiteY54" fmla="*/ 425070 h 6858000"/>
              <a:gd name="connsiteX55" fmla="*/ 11676816 w 12191999"/>
              <a:gd name="connsiteY55" fmla="*/ 425070 h 6858000"/>
              <a:gd name="connsiteX56" fmla="*/ 11676816 w 12191999"/>
              <a:gd name="connsiteY56" fmla="*/ 388219 h 6858000"/>
              <a:gd name="connsiteX57" fmla="*/ 11638737 w 12191999"/>
              <a:gd name="connsiteY57" fmla="*/ 388219 h 6858000"/>
              <a:gd name="connsiteX58" fmla="*/ 11638737 w 12191999"/>
              <a:gd name="connsiteY58" fmla="*/ 331470 h 6858000"/>
              <a:gd name="connsiteX59" fmla="*/ 11483641 w 12191999"/>
              <a:gd name="connsiteY59" fmla="*/ 331470 h 6858000"/>
              <a:gd name="connsiteX60" fmla="*/ 11483641 w 12191999"/>
              <a:gd name="connsiteY60" fmla="*/ 530892 h 6858000"/>
              <a:gd name="connsiteX61" fmla="*/ 11527008 w 12191999"/>
              <a:gd name="connsiteY61" fmla="*/ 580312 h 6858000"/>
              <a:gd name="connsiteX62" fmla="*/ 11527008 w 12191999"/>
              <a:gd name="connsiteY62" fmla="*/ 580353 h 6858000"/>
              <a:gd name="connsiteX63" fmla="*/ 11564841 w 12191999"/>
              <a:gd name="connsiteY63" fmla="*/ 580353 h 6858000"/>
              <a:gd name="connsiteX64" fmla="*/ 11564841 w 12191999"/>
              <a:gd name="connsiteY64" fmla="*/ 543523 h 6858000"/>
              <a:gd name="connsiteX65" fmla="*/ 11545173 w 12191999"/>
              <a:gd name="connsiteY65" fmla="*/ 543523 h 6858000"/>
              <a:gd name="connsiteX66" fmla="*/ 11545153 w 12191999"/>
              <a:gd name="connsiteY66" fmla="*/ 543523 h 6858000"/>
              <a:gd name="connsiteX67" fmla="*/ 11531040 w 12191999"/>
              <a:gd name="connsiteY67" fmla="*/ 531485 h 6858000"/>
              <a:gd name="connsiteX68" fmla="*/ 11531040 w 12191999"/>
              <a:gd name="connsiteY68" fmla="*/ 331470 h 6858000"/>
              <a:gd name="connsiteX69" fmla="*/ 0 w 12191999"/>
              <a:gd name="connsiteY69" fmla="*/ 0 h 6858000"/>
              <a:gd name="connsiteX70" fmla="*/ 12191999 w 12191999"/>
              <a:gd name="connsiteY70" fmla="*/ 0 h 6858000"/>
              <a:gd name="connsiteX71" fmla="*/ 12191999 w 12191999"/>
              <a:gd name="connsiteY71" fmla="*/ 6858000 h 6858000"/>
              <a:gd name="connsiteX72" fmla="*/ 10725351 w 12191999"/>
              <a:gd name="connsiteY72" fmla="*/ 6858000 h 6858000"/>
              <a:gd name="connsiteX73" fmla="*/ 10564726 w 12191999"/>
              <a:gd name="connsiteY73" fmla="*/ 6469283 h 6858000"/>
              <a:gd name="connsiteX74" fmla="*/ 10254342 w 12191999"/>
              <a:gd name="connsiteY74" fmla="*/ 6469283 h 6858000"/>
              <a:gd name="connsiteX75" fmla="*/ 10415008 w 12191999"/>
              <a:gd name="connsiteY75" fmla="*/ 6858000 h 6858000"/>
              <a:gd name="connsiteX76" fmla="*/ 10167806 w 12191999"/>
              <a:gd name="connsiteY76" fmla="*/ 6858000 h 6858000"/>
              <a:gd name="connsiteX77" fmla="*/ 10007140 w 12191999"/>
              <a:gd name="connsiteY77" fmla="*/ 6469283 h 6858000"/>
              <a:gd name="connsiteX78" fmla="*/ 9696819 w 12191999"/>
              <a:gd name="connsiteY78" fmla="*/ 6469283 h 6858000"/>
              <a:gd name="connsiteX79" fmla="*/ 9857485 w 12191999"/>
              <a:gd name="connsiteY79" fmla="*/ 6858000 h 6858000"/>
              <a:gd name="connsiteX80" fmla="*/ 9610282 w 12191999"/>
              <a:gd name="connsiteY80" fmla="*/ 6858000 h 6858000"/>
              <a:gd name="connsiteX81" fmla="*/ 9449616 w 12191999"/>
              <a:gd name="connsiteY81" fmla="*/ 6469283 h 6858000"/>
              <a:gd name="connsiteX82" fmla="*/ 9386125 w 12191999"/>
              <a:gd name="connsiteY82" fmla="*/ 6469283 h 6858000"/>
              <a:gd name="connsiteX83" fmla="*/ 9139295 w 12191999"/>
              <a:gd name="connsiteY83" fmla="*/ 6469283 h 6858000"/>
              <a:gd name="connsiteX84" fmla="*/ 9262679 w 12191999"/>
              <a:gd name="connsiteY84" fmla="*/ 6767919 h 6858000"/>
              <a:gd name="connsiteX85" fmla="*/ 9299908 w 12191999"/>
              <a:gd name="connsiteY85" fmla="*/ 6858000 h 6858000"/>
              <a:gd name="connsiteX86" fmla="*/ 9052759 w 12191999"/>
              <a:gd name="connsiteY86" fmla="*/ 6858000 h 6858000"/>
              <a:gd name="connsiteX87" fmla="*/ 8892093 w 12191999"/>
              <a:gd name="connsiteY87" fmla="*/ 6469283 h 6858000"/>
              <a:gd name="connsiteX88" fmla="*/ 8581710 w 12191999"/>
              <a:gd name="connsiteY88" fmla="*/ 6469283 h 6858000"/>
              <a:gd name="connsiteX89" fmla="*/ 8742376 w 12191999"/>
              <a:gd name="connsiteY89" fmla="*/ 6858000 h 6858000"/>
              <a:gd name="connsiteX90" fmla="*/ 8495174 w 12191999"/>
              <a:gd name="connsiteY90" fmla="*/ 6858000 h 6858000"/>
              <a:gd name="connsiteX91" fmla="*/ 8334508 w 12191999"/>
              <a:gd name="connsiteY91" fmla="*/ 6469283 h 6858000"/>
              <a:gd name="connsiteX92" fmla="*/ 8024187 w 12191999"/>
              <a:gd name="connsiteY92" fmla="*/ 6469283 h 6858000"/>
              <a:gd name="connsiteX93" fmla="*/ 8184853 w 12191999"/>
              <a:gd name="connsiteY93" fmla="*/ 6858000 h 6858000"/>
              <a:gd name="connsiteX94" fmla="*/ 0 w 12191999"/>
              <a:gd name="connsiteY94" fmla="*/ 6858000 h 6858000"/>
              <a:gd name="connsiteX95" fmla="*/ 0 w 12191999"/>
              <a:gd name="connsiteY95" fmla="*/ 5885879 h 6858000"/>
              <a:gd name="connsiteX96" fmla="*/ 91298 w 12191999"/>
              <a:gd name="connsiteY96" fmla="*/ 5664968 h 6858000"/>
              <a:gd name="connsiteX97" fmla="*/ 0 w 12191999"/>
              <a:gd name="connsiteY97" fmla="*/ 54440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1999" h="6858000">
                <a:moveTo>
                  <a:pt x="1108943" y="5119963"/>
                </a:moveTo>
                <a:lnTo>
                  <a:pt x="1334206" y="5664968"/>
                </a:lnTo>
                <a:lnTo>
                  <a:pt x="1108943" y="6210029"/>
                </a:lnTo>
                <a:lnTo>
                  <a:pt x="1392136" y="6210029"/>
                </a:lnTo>
                <a:lnTo>
                  <a:pt x="1617342" y="5664968"/>
                </a:lnTo>
                <a:lnTo>
                  <a:pt x="1392136" y="5119963"/>
                </a:lnTo>
                <a:close/>
                <a:moveTo>
                  <a:pt x="600261" y="5119963"/>
                </a:moveTo>
                <a:lnTo>
                  <a:pt x="825524" y="5664968"/>
                </a:lnTo>
                <a:lnTo>
                  <a:pt x="600261" y="6210029"/>
                </a:lnTo>
                <a:lnTo>
                  <a:pt x="883397" y="6210029"/>
                </a:lnTo>
                <a:lnTo>
                  <a:pt x="1108660" y="5664968"/>
                </a:lnTo>
                <a:lnTo>
                  <a:pt x="883397" y="5119963"/>
                </a:lnTo>
                <a:close/>
                <a:moveTo>
                  <a:pt x="91579" y="5119963"/>
                </a:moveTo>
                <a:lnTo>
                  <a:pt x="204154" y="5392437"/>
                </a:lnTo>
                <a:lnTo>
                  <a:pt x="316785" y="5664968"/>
                </a:lnTo>
                <a:lnTo>
                  <a:pt x="91579" y="6210029"/>
                </a:lnTo>
                <a:lnTo>
                  <a:pt x="374715" y="6210029"/>
                </a:lnTo>
                <a:lnTo>
                  <a:pt x="599978" y="5664968"/>
                </a:lnTo>
                <a:lnTo>
                  <a:pt x="374715" y="5119963"/>
                </a:lnTo>
                <a:lnTo>
                  <a:pt x="316785" y="5119963"/>
                </a:lnTo>
                <a:close/>
                <a:moveTo>
                  <a:pt x="11349036" y="421302"/>
                </a:moveTo>
                <a:cubicBezTo>
                  <a:pt x="11381396" y="421302"/>
                  <a:pt x="11407688" y="446893"/>
                  <a:pt x="11407688" y="481634"/>
                </a:cubicBezTo>
                <a:cubicBezTo>
                  <a:pt x="11407688" y="516376"/>
                  <a:pt x="11381458" y="541987"/>
                  <a:pt x="11349036" y="541987"/>
                </a:cubicBezTo>
                <a:cubicBezTo>
                  <a:pt x="11316676" y="541987"/>
                  <a:pt x="11290384" y="516396"/>
                  <a:pt x="11290384" y="482003"/>
                </a:cubicBezTo>
                <a:lnTo>
                  <a:pt x="11290384" y="481634"/>
                </a:lnTo>
                <a:cubicBezTo>
                  <a:pt x="11290384" y="446893"/>
                  <a:pt x="11316676" y="421302"/>
                  <a:pt x="11349036" y="421302"/>
                </a:cubicBezTo>
                <a:close/>
                <a:moveTo>
                  <a:pt x="11349036" y="377655"/>
                </a:moveTo>
                <a:cubicBezTo>
                  <a:pt x="11280098" y="377655"/>
                  <a:pt x="11243006" y="431211"/>
                  <a:pt x="11243006" y="481655"/>
                </a:cubicBezTo>
                <a:lnTo>
                  <a:pt x="11243006" y="482023"/>
                </a:lnTo>
                <a:cubicBezTo>
                  <a:pt x="11243006" y="532918"/>
                  <a:pt x="11280098" y="586371"/>
                  <a:pt x="11349036" y="586371"/>
                </a:cubicBezTo>
                <a:cubicBezTo>
                  <a:pt x="11417974" y="586371"/>
                  <a:pt x="11455087" y="532897"/>
                  <a:pt x="11455087" y="482023"/>
                </a:cubicBezTo>
                <a:cubicBezTo>
                  <a:pt x="11455087" y="431149"/>
                  <a:pt x="11418015" y="377675"/>
                  <a:pt x="11349036" y="377675"/>
                </a:cubicBezTo>
                <a:close/>
                <a:moveTo>
                  <a:pt x="11132060" y="377410"/>
                </a:moveTo>
                <a:cubicBezTo>
                  <a:pt x="11072647" y="377390"/>
                  <a:pt x="11027676" y="423882"/>
                  <a:pt x="11027676" y="481840"/>
                </a:cubicBezTo>
                <a:cubicBezTo>
                  <a:pt x="11027676" y="539797"/>
                  <a:pt x="11071125" y="586617"/>
                  <a:pt x="11133603" y="586617"/>
                </a:cubicBezTo>
                <a:cubicBezTo>
                  <a:pt x="11175818" y="586617"/>
                  <a:pt x="11209803" y="563484"/>
                  <a:pt x="11226919" y="531014"/>
                </a:cubicBezTo>
                <a:lnTo>
                  <a:pt x="11187996" y="508843"/>
                </a:lnTo>
                <a:lnTo>
                  <a:pt x="11187112" y="508843"/>
                </a:lnTo>
                <a:lnTo>
                  <a:pt x="11187112" y="508863"/>
                </a:lnTo>
                <a:cubicBezTo>
                  <a:pt x="11179912" y="525098"/>
                  <a:pt x="11163207" y="542520"/>
                  <a:pt x="11133706" y="542622"/>
                </a:cubicBezTo>
                <a:cubicBezTo>
                  <a:pt x="11100152" y="542622"/>
                  <a:pt x="11075342" y="517318"/>
                  <a:pt x="11075342" y="482024"/>
                </a:cubicBezTo>
                <a:cubicBezTo>
                  <a:pt x="11075342" y="464786"/>
                  <a:pt x="11081576" y="448797"/>
                  <a:pt x="11091677" y="438295"/>
                </a:cubicBezTo>
                <a:cubicBezTo>
                  <a:pt x="11103115" y="426912"/>
                  <a:pt x="11116487" y="420975"/>
                  <a:pt x="11133809" y="421426"/>
                </a:cubicBezTo>
                <a:cubicBezTo>
                  <a:pt x="11159668" y="421323"/>
                  <a:pt x="11178615" y="435961"/>
                  <a:pt x="11187174" y="456720"/>
                </a:cubicBezTo>
                <a:lnTo>
                  <a:pt x="11227022" y="434016"/>
                </a:lnTo>
                <a:cubicBezTo>
                  <a:pt x="11209412" y="399213"/>
                  <a:pt x="11173205" y="377410"/>
                  <a:pt x="11132060" y="377410"/>
                </a:cubicBezTo>
                <a:close/>
                <a:moveTo>
                  <a:pt x="11591358" y="331470"/>
                </a:moveTo>
                <a:lnTo>
                  <a:pt x="11591358" y="530892"/>
                </a:lnTo>
                <a:cubicBezTo>
                  <a:pt x="11591358" y="530892"/>
                  <a:pt x="11588540" y="580435"/>
                  <a:pt x="11634684" y="580312"/>
                </a:cubicBezTo>
                <a:lnTo>
                  <a:pt x="11634684" y="580353"/>
                </a:lnTo>
                <a:lnTo>
                  <a:pt x="11680231" y="580353"/>
                </a:lnTo>
                <a:lnTo>
                  <a:pt x="11680231" y="543523"/>
                </a:lnTo>
                <a:lnTo>
                  <a:pt x="11652870" y="543523"/>
                </a:lnTo>
                <a:cubicBezTo>
                  <a:pt x="11652870" y="543523"/>
                  <a:pt x="11639127" y="543666"/>
                  <a:pt x="11638737" y="531485"/>
                </a:cubicBezTo>
                <a:lnTo>
                  <a:pt x="11638737" y="425070"/>
                </a:lnTo>
                <a:lnTo>
                  <a:pt x="11676816" y="425070"/>
                </a:lnTo>
                <a:lnTo>
                  <a:pt x="11676816" y="388219"/>
                </a:lnTo>
                <a:lnTo>
                  <a:pt x="11638737" y="388219"/>
                </a:lnTo>
                <a:lnTo>
                  <a:pt x="11638737" y="331470"/>
                </a:lnTo>
                <a:close/>
                <a:moveTo>
                  <a:pt x="11483641" y="331470"/>
                </a:moveTo>
                <a:lnTo>
                  <a:pt x="11483641" y="530892"/>
                </a:lnTo>
                <a:cubicBezTo>
                  <a:pt x="11483641" y="530892"/>
                  <a:pt x="11479980" y="580312"/>
                  <a:pt x="11527008" y="580312"/>
                </a:cubicBezTo>
                <a:lnTo>
                  <a:pt x="11527008" y="580353"/>
                </a:lnTo>
                <a:lnTo>
                  <a:pt x="11564841" y="580353"/>
                </a:lnTo>
                <a:lnTo>
                  <a:pt x="11564841" y="543523"/>
                </a:lnTo>
                <a:lnTo>
                  <a:pt x="11545173" y="543523"/>
                </a:lnTo>
                <a:lnTo>
                  <a:pt x="11545153" y="543523"/>
                </a:lnTo>
                <a:cubicBezTo>
                  <a:pt x="11545153" y="543523"/>
                  <a:pt x="11531431" y="543646"/>
                  <a:pt x="11531040" y="531485"/>
                </a:cubicBezTo>
                <a:lnTo>
                  <a:pt x="11531040" y="33147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8000"/>
                </a:lnTo>
                <a:lnTo>
                  <a:pt x="10725351" y="6858000"/>
                </a:lnTo>
                <a:lnTo>
                  <a:pt x="10564726" y="6469283"/>
                </a:lnTo>
                <a:lnTo>
                  <a:pt x="10254342" y="6469283"/>
                </a:lnTo>
                <a:lnTo>
                  <a:pt x="10415008" y="6858000"/>
                </a:lnTo>
                <a:lnTo>
                  <a:pt x="10167806" y="6858000"/>
                </a:lnTo>
                <a:lnTo>
                  <a:pt x="10007140" y="6469283"/>
                </a:lnTo>
                <a:lnTo>
                  <a:pt x="9696819" y="6469283"/>
                </a:lnTo>
                <a:lnTo>
                  <a:pt x="9857485" y="6858000"/>
                </a:lnTo>
                <a:lnTo>
                  <a:pt x="9610282" y="6858000"/>
                </a:lnTo>
                <a:lnTo>
                  <a:pt x="9449616" y="6469283"/>
                </a:lnTo>
                <a:lnTo>
                  <a:pt x="9386125" y="6469283"/>
                </a:lnTo>
                <a:lnTo>
                  <a:pt x="9139295" y="6469283"/>
                </a:lnTo>
                <a:lnTo>
                  <a:pt x="9262679" y="6767919"/>
                </a:lnTo>
                <a:lnTo>
                  <a:pt x="9299908" y="6858000"/>
                </a:lnTo>
                <a:lnTo>
                  <a:pt x="9052759" y="6858000"/>
                </a:lnTo>
                <a:lnTo>
                  <a:pt x="8892093" y="6469283"/>
                </a:lnTo>
                <a:lnTo>
                  <a:pt x="8581710" y="6469283"/>
                </a:lnTo>
                <a:lnTo>
                  <a:pt x="8742376" y="6858000"/>
                </a:lnTo>
                <a:lnTo>
                  <a:pt x="8495174" y="6858000"/>
                </a:lnTo>
                <a:lnTo>
                  <a:pt x="8334508" y="6469283"/>
                </a:lnTo>
                <a:lnTo>
                  <a:pt x="8024187" y="6469283"/>
                </a:lnTo>
                <a:lnTo>
                  <a:pt x="8184853" y="6858000"/>
                </a:lnTo>
                <a:lnTo>
                  <a:pt x="0" y="6858000"/>
                </a:lnTo>
                <a:lnTo>
                  <a:pt x="0" y="5885879"/>
                </a:lnTo>
                <a:lnTo>
                  <a:pt x="91298" y="5664968"/>
                </a:lnTo>
                <a:lnTo>
                  <a:pt x="0" y="5444080"/>
                </a:lnTo>
                <a:close/>
              </a:path>
            </a:pathLst>
          </a:custGeom>
          <a:pattFill prst="pct5">
            <a:fgClr>
              <a:schemeClr val="accent3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EFFDBC-FF9B-3E88-8502-CF2C26398F78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3708B3F-0F33-14C2-800D-BCC3A2095945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37" name="Picture 36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7E61DF7-7335-88EC-0D48-850B1510995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ED0E5D98-A132-D214-5421-C3BBAD1D16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39" name="Title 1">
            <a:extLst>
              <a:ext uri="{FF2B5EF4-FFF2-40B4-BE49-F238E27FC236}">
                <a16:creationId xmlns:a16="http://schemas.microsoft.com/office/drawing/2014/main" id="{76785D70-94AF-C312-746A-EE3E71852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648368"/>
            <a:ext cx="7745747" cy="4019884"/>
          </a:xfrm>
        </p:spPr>
        <p:txBody>
          <a:bodyPr anchor="t">
            <a:normAutofit/>
          </a:bodyPr>
          <a:lstStyle>
            <a:lvl1pPr fontAlgn="t">
              <a:lnSpc>
                <a:spcPct val="7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A60E8-C928-B1B1-AD5A-E2CF4A9AA574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84625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067">
          <p15:clr>
            <a:srgbClr val="FBAE40"/>
          </p15:clr>
        </p15:guide>
        <p15:guide id="2" orient="horz" pos="368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ext Image_Light_Sing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2930A0-8207-3475-0C7A-D24D7D1EAD23}"/>
              </a:ext>
            </a:extLst>
          </p:cNvPr>
          <p:cNvSpPr/>
          <p:nvPr userDrawn="1"/>
        </p:nvSpPr>
        <p:spPr>
          <a:xfrm>
            <a:off x="10964837" y="0"/>
            <a:ext cx="1227163" cy="648369"/>
          </a:xfrm>
          <a:prstGeom prst="rect">
            <a:avLst/>
          </a:prstGeom>
          <a:solidFill>
            <a:schemeClr val="tx1"/>
          </a:solidFill>
          <a:ln w="6344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9F7DF28-8EE0-4C95-10D7-47064E73F3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4934" y="1080"/>
            <a:ext cx="12196934" cy="6856920"/>
          </a:xfrm>
          <a:custGeom>
            <a:avLst/>
            <a:gdLst>
              <a:gd name="connsiteX0" fmla="*/ 11354420 w 12196934"/>
              <a:gd name="connsiteY0" fmla="*/ 421068 h 6856920"/>
              <a:gd name="connsiteX1" fmla="*/ 11412614 w 12196934"/>
              <a:gd name="connsiteY1" fmla="*/ 481266 h 6856920"/>
              <a:gd name="connsiteX2" fmla="*/ 11354420 w 12196934"/>
              <a:gd name="connsiteY2" fmla="*/ 541464 h 6856920"/>
              <a:gd name="connsiteX3" fmla="*/ 11296226 w 12196934"/>
              <a:gd name="connsiteY3" fmla="*/ 481647 h 6856920"/>
              <a:gd name="connsiteX4" fmla="*/ 11296226 w 12196934"/>
              <a:gd name="connsiteY4" fmla="*/ 481266 h 6856920"/>
              <a:gd name="connsiteX5" fmla="*/ 11354420 w 12196934"/>
              <a:gd name="connsiteY5" fmla="*/ 421068 h 6856920"/>
              <a:gd name="connsiteX6" fmla="*/ 11354420 w 12196934"/>
              <a:gd name="connsiteY6" fmla="*/ 377571 h 6856920"/>
              <a:gd name="connsiteX7" fmla="*/ 11249264 w 12196934"/>
              <a:gd name="connsiteY7" fmla="*/ 481267 h 6856920"/>
              <a:gd name="connsiteX8" fmla="*/ 11249264 w 12196934"/>
              <a:gd name="connsiteY8" fmla="*/ 481648 h 6856920"/>
              <a:gd name="connsiteX9" fmla="*/ 11354420 w 12196934"/>
              <a:gd name="connsiteY9" fmla="*/ 585724 h 6856920"/>
              <a:gd name="connsiteX10" fmla="*/ 11459639 w 12196934"/>
              <a:gd name="connsiteY10" fmla="*/ 481648 h 6856920"/>
              <a:gd name="connsiteX11" fmla="*/ 11354420 w 12196934"/>
              <a:gd name="connsiteY11" fmla="*/ 377571 h 6856920"/>
              <a:gd name="connsiteX12" fmla="*/ 11139222 w 12196934"/>
              <a:gd name="connsiteY12" fmla="*/ 377317 h 6856920"/>
              <a:gd name="connsiteX13" fmla="*/ 11035653 w 12196934"/>
              <a:gd name="connsiteY13" fmla="*/ 481521 h 6856920"/>
              <a:gd name="connsiteX14" fmla="*/ 11140745 w 12196934"/>
              <a:gd name="connsiteY14" fmla="*/ 586042 h 6856920"/>
              <a:gd name="connsiteX15" fmla="*/ 11233272 w 12196934"/>
              <a:gd name="connsiteY15" fmla="*/ 530606 h 6856920"/>
              <a:gd name="connsiteX16" fmla="*/ 11194688 w 12196934"/>
              <a:gd name="connsiteY16" fmla="*/ 508508 h 6856920"/>
              <a:gd name="connsiteX17" fmla="*/ 11193799 w 12196934"/>
              <a:gd name="connsiteY17" fmla="*/ 508508 h 6856920"/>
              <a:gd name="connsiteX18" fmla="*/ 11140808 w 12196934"/>
              <a:gd name="connsiteY18" fmla="*/ 542163 h 6856920"/>
              <a:gd name="connsiteX19" fmla="*/ 11082932 w 12196934"/>
              <a:gd name="connsiteY19" fmla="*/ 481711 h 6856920"/>
              <a:gd name="connsiteX20" fmla="*/ 11099115 w 12196934"/>
              <a:gd name="connsiteY20" fmla="*/ 438087 h 6856920"/>
              <a:gd name="connsiteX21" fmla="*/ 11140936 w 12196934"/>
              <a:gd name="connsiteY21" fmla="*/ 421259 h 6856920"/>
              <a:gd name="connsiteX22" fmla="*/ 11193863 w 12196934"/>
              <a:gd name="connsiteY22" fmla="*/ 456438 h 6856920"/>
              <a:gd name="connsiteX23" fmla="*/ 11233399 w 12196934"/>
              <a:gd name="connsiteY23" fmla="*/ 433769 h 6856920"/>
              <a:gd name="connsiteX24" fmla="*/ 11139222 w 12196934"/>
              <a:gd name="connsiteY24" fmla="*/ 377317 h 6856920"/>
              <a:gd name="connsiteX25" fmla="*/ 11594812 w 12196934"/>
              <a:gd name="connsiteY25" fmla="*/ 331534 h 6856920"/>
              <a:gd name="connsiteX26" fmla="*/ 11594812 w 12196934"/>
              <a:gd name="connsiteY26" fmla="*/ 530416 h 6856920"/>
              <a:gd name="connsiteX27" fmla="*/ 11594875 w 12196934"/>
              <a:gd name="connsiteY27" fmla="*/ 530416 h 6856920"/>
              <a:gd name="connsiteX28" fmla="*/ 11637839 w 12196934"/>
              <a:gd name="connsiteY28" fmla="*/ 579755 h 6856920"/>
              <a:gd name="connsiteX29" fmla="*/ 11683023 w 12196934"/>
              <a:gd name="connsiteY29" fmla="*/ 579755 h 6856920"/>
              <a:gd name="connsiteX30" fmla="*/ 11683023 w 12196934"/>
              <a:gd name="connsiteY30" fmla="*/ 543052 h 6856920"/>
              <a:gd name="connsiteX31" fmla="*/ 11655862 w 12196934"/>
              <a:gd name="connsiteY31" fmla="*/ 543052 h 6856920"/>
              <a:gd name="connsiteX32" fmla="*/ 11641837 w 12196934"/>
              <a:gd name="connsiteY32" fmla="*/ 531051 h 6856920"/>
              <a:gd name="connsiteX33" fmla="*/ 11641837 w 12196934"/>
              <a:gd name="connsiteY33" fmla="*/ 424942 h 6856920"/>
              <a:gd name="connsiteX34" fmla="*/ 11679596 w 12196934"/>
              <a:gd name="connsiteY34" fmla="*/ 424942 h 6856920"/>
              <a:gd name="connsiteX35" fmla="*/ 11679596 w 12196934"/>
              <a:gd name="connsiteY35" fmla="*/ 388176 h 6856920"/>
              <a:gd name="connsiteX36" fmla="*/ 11641837 w 12196934"/>
              <a:gd name="connsiteY36" fmla="*/ 388176 h 6856920"/>
              <a:gd name="connsiteX37" fmla="*/ 11641837 w 12196934"/>
              <a:gd name="connsiteY37" fmla="*/ 331534 h 6856920"/>
              <a:gd name="connsiteX38" fmla="*/ 11487943 w 12196934"/>
              <a:gd name="connsiteY38" fmla="*/ 331534 h 6856920"/>
              <a:gd name="connsiteX39" fmla="*/ 11487943 w 12196934"/>
              <a:gd name="connsiteY39" fmla="*/ 530416 h 6856920"/>
              <a:gd name="connsiteX40" fmla="*/ 11488006 w 12196934"/>
              <a:gd name="connsiteY40" fmla="*/ 530416 h 6856920"/>
              <a:gd name="connsiteX41" fmla="*/ 11531033 w 12196934"/>
              <a:gd name="connsiteY41" fmla="*/ 579755 h 6856920"/>
              <a:gd name="connsiteX42" fmla="*/ 11568539 w 12196934"/>
              <a:gd name="connsiteY42" fmla="*/ 579755 h 6856920"/>
              <a:gd name="connsiteX43" fmla="*/ 11568539 w 12196934"/>
              <a:gd name="connsiteY43" fmla="*/ 543052 h 6856920"/>
              <a:gd name="connsiteX44" fmla="*/ 11548993 w 12196934"/>
              <a:gd name="connsiteY44" fmla="*/ 543052 h 6856920"/>
              <a:gd name="connsiteX45" fmla="*/ 11534968 w 12196934"/>
              <a:gd name="connsiteY45" fmla="*/ 531051 h 6856920"/>
              <a:gd name="connsiteX46" fmla="*/ 11534968 w 12196934"/>
              <a:gd name="connsiteY46" fmla="*/ 331534 h 6856920"/>
              <a:gd name="connsiteX47" fmla="*/ 0 w 12196934"/>
              <a:gd name="connsiteY47" fmla="*/ 0 h 6856920"/>
              <a:gd name="connsiteX48" fmla="*/ 5792341 w 12196934"/>
              <a:gd name="connsiteY48" fmla="*/ 0 h 6856920"/>
              <a:gd name="connsiteX49" fmla="*/ 8367486 w 12196934"/>
              <a:gd name="connsiteY49" fmla="*/ 0 h 6856920"/>
              <a:gd name="connsiteX50" fmla="*/ 12196934 w 12196934"/>
              <a:gd name="connsiteY50" fmla="*/ 0 h 6856920"/>
              <a:gd name="connsiteX51" fmla="*/ 12196934 w 12196934"/>
              <a:gd name="connsiteY51" fmla="*/ 6856920 h 6856920"/>
              <a:gd name="connsiteX52" fmla="*/ 5792341 w 12196934"/>
              <a:gd name="connsiteY52" fmla="*/ 6856920 h 6856920"/>
              <a:gd name="connsiteX53" fmla="*/ 5792367 w 12196934"/>
              <a:gd name="connsiteY53" fmla="*/ 6856858 h 6856920"/>
              <a:gd name="connsiteX54" fmla="*/ 0 w 12196934"/>
              <a:gd name="connsiteY54" fmla="*/ 6856858 h 6856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2196934" h="6856920">
                <a:moveTo>
                  <a:pt x="11354420" y="421068"/>
                </a:moveTo>
                <a:cubicBezTo>
                  <a:pt x="11386595" y="421068"/>
                  <a:pt x="11412614" y="446595"/>
                  <a:pt x="11412614" y="481266"/>
                </a:cubicBezTo>
                <a:cubicBezTo>
                  <a:pt x="11412614" y="515937"/>
                  <a:pt x="11386595" y="541464"/>
                  <a:pt x="11354420" y="541464"/>
                </a:cubicBezTo>
                <a:cubicBezTo>
                  <a:pt x="11322309" y="541464"/>
                  <a:pt x="11296226" y="515937"/>
                  <a:pt x="11296226" y="481647"/>
                </a:cubicBezTo>
                <a:lnTo>
                  <a:pt x="11296226" y="481266"/>
                </a:lnTo>
                <a:cubicBezTo>
                  <a:pt x="11296226" y="446595"/>
                  <a:pt x="11322245" y="421068"/>
                  <a:pt x="11354420" y="421068"/>
                </a:cubicBezTo>
                <a:close/>
                <a:moveTo>
                  <a:pt x="11354420" y="377571"/>
                </a:moveTo>
                <a:cubicBezTo>
                  <a:pt x="11286072" y="377571"/>
                  <a:pt x="11249264" y="430975"/>
                  <a:pt x="11249264" y="481267"/>
                </a:cubicBezTo>
                <a:lnTo>
                  <a:pt x="11249264" y="481648"/>
                </a:lnTo>
                <a:cubicBezTo>
                  <a:pt x="11249264" y="532384"/>
                  <a:pt x="11285945" y="585724"/>
                  <a:pt x="11354420" y="585724"/>
                </a:cubicBezTo>
                <a:cubicBezTo>
                  <a:pt x="11422895" y="585724"/>
                  <a:pt x="11459639" y="532321"/>
                  <a:pt x="11459639" y="481648"/>
                </a:cubicBezTo>
                <a:cubicBezTo>
                  <a:pt x="11459639" y="430975"/>
                  <a:pt x="11422768" y="377571"/>
                  <a:pt x="11354420" y="377571"/>
                </a:cubicBezTo>
                <a:close/>
                <a:moveTo>
                  <a:pt x="11139222" y="377317"/>
                </a:moveTo>
                <a:cubicBezTo>
                  <a:pt x="11080266" y="377317"/>
                  <a:pt x="11035653" y="425260"/>
                  <a:pt x="11035653" y="481521"/>
                </a:cubicBezTo>
                <a:cubicBezTo>
                  <a:pt x="11035653" y="537782"/>
                  <a:pt x="11078743" y="586042"/>
                  <a:pt x="11140745" y="586042"/>
                </a:cubicBezTo>
                <a:cubicBezTo>
                  <a:pt x="11182566" y="586042"/>
                  <a:pt x="11216328" y="562991"/>
                  <a:pt x="11233272" y="530606"/>
                </a:cubicBezTo>
                <a:lnTo>
                  <a:pt x="11194688" y="508508"/>
                </a:lnTo>
                <a:lnTo>
                  <a:pt x="11193799" y="508508"/>
                </a:lnTo>
                <a:cubicBezTo>
                  <a:pt x="11186628" y="524701"/>
                  <a:pt x="11170065" y="542100"/>
                  <a:pt x="11140808" y="542163"/>
                </a:cubicBezTo>
                <a:cubicBezTo>
                  <a:pt x="11107555" y="542163"/>
                  <a:pt x="11082932" y="516890"/>
                  <a:pt x="11082932" y="481711"/>
                </a:cubicBezTo>
                <a:cubicBezTo>
                  <a:pt x="11082932" y="464503"/>
                  <a:pt x="11089088" y="448564"/>
                  <a:pt x="11099115" y="438087"/>
                </a:cubicBezTo>
                <a:cubicBezTo>
                  <a:pt x="11110474" y="426720"/>
                  <a:pt x="11123737" y="420814"/>
                  <a:pt x="11140936" y="421259"/>
                </a:cubicBezTo>
                <a:cubicBezTo>
                  <a:pt x="11166574" y="421132"/>
                  <a:pt x="11185359" y="435737"/>
                  <a:pt x="11193863" y="456438"/>
                </a:cubicBezTo>
                <a:lnTo>
                  <a:pt x="11233399" y="433769"/>
                </a:lnTo>
                <a:cubicBezTo>
                  <a:pt x="11215947" y="399034"/>
                  <a:pt x="11180028" y="377317"/>
                  <a:pt x="11139222" y="377317"/>
                </a:cubicBezTo>
                <a:close/>
                <a:moveTo>
                  <a:pt x="11594812" y="331534"/>
                </a:moveTo>
                <a:lnTo>
                  <a:pt x="11594812" y="530416"/>
                </a:lnTo>
                <a:lnTo>
                  <a:pt x="11594875" y="530416"/>
                </a:lnTo>
                <a:cubicBezTo>
                  <a:pt x="11594875" y="530416"/>
                  <a:pt x="11592083" y="579819"/>
                  <a:pt x="11637839" y="579755"/>
                </a:cubicBezTo>
                <a:lnTo>
                  <a:pt x="11683023" y="579755"/>
                </a:lnTo>
                <a:lnTo>
                  <a:pt x="11683023" y="543052"/>
                </a:lnTo>
                <a:lnTo>
                  <a:pt x="11655862" y="543052"/>
                </a:lnTo>
                <a:cubicBezTo>
                  <a:pt x="11655862" y="543052"/>
                  <a:pt x="11642217" y="543179"/>
                  <a:pt x="11641837" y="531051"/>
                </a:cubicBezTo>
                <a:lnTo>
                  <a:pt x="11641837" y="424942"/>
                </a:lnTo>
                <a:lnTo>
                  <a:pt x="11679596" y="424942"/>
                </a:lnTo>
                <a:lnTo>
                  <a:pt x="11679596" y="388176"/>
                </a:lnTo>
                <a:lnTo>
                  <a:pt x="11641837" y="388176"/>
                </a:lnTo>
                <a:lnTo>
                  <a:pt x="11641837" y="331534"/>
                </a:lnTo>
                <a:close/>
                <a:moveTo>
                  <a:pt x="11487943" y="331534"/>
                </a:moveTo>
                <a:lnTo>
                  <a:pt x="11487943" y="530416"/>
                </a:lnTo>
                <a:lnTo>
                  <a:pt x="11488006" y="530416"/>
                </a:lnTo>
                <a:cubicBezTo>
                  <a:pt x="11488006" y="530416"/>
                  <a:pt x="11484389" y="579755"/>
                  <a:pt x="11531033" y="579755"/>
                </a:cubicBezTo>
                <a:lnTo>
                  <a:pt x="11568539" y="579755"/>
                </a:lnTo>
                <a:lnTo>
                  <a:pt x="11568539" y="543052"/>
                </a:lnTo>
                <a:lnTo>
                  <a:pt x="11548993" y="543052"/>
                </a:lnTo>
                <a:cubicBezTo>
                  <a:pt x="11548993" y="543052"/>
                  <a:pt x="11535349" y="543179"/>
                  <a:pt x="11534968" y="531051"/>
                </a:cubicBezTo>
                <a:lnTo>
                  <a:pt x="11534968" y="331534"/>
                </a:lnTo>
                <a:close/>
                <a:moveTo>
                  <a:pt x="0" y="0"/>
                </a:moveTo>
                <a:lnTo>
                  <a:pt x="5792341" y="0"/>
                </a:lnTo>
                <a:lnTo>
                  <a:pt x="8367486" y="0"/>
                </a:lnTo>
                <a:lnTo>
                  <a:pt x="12196934" y="0"/>
                </a:lnTo>
                <a:lnTo>
                  <a:pt x="12196934" y="6856920"/>
                </a:lnTo>
                <a:lnTo>
                  <a:pt x="5792341" y="6856920"/>
                </a:lnTo>
                <a:lnTo>
                  <a:pt x="5792367" y="6856858"/>
                </a:lnTo>
                <a:lnTo>
                  <a:pt x="0" y="6856858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1066800">
              <a:buNone/>
              <a:tabLst/>
              <a:defRPr/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47D2C-E97F-2F2F-3A30-FC9921E67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648368"/>
            <a:ext cx="7745747" cy="4019884"/>
          </a:xfrm>
        </p:spPr>
        <p:txBody>
          <a:bodyPr anchor="t">
            <a:normAutofit/>
          </a:bodyPr>
          <a:lstStyle>
            <a:lvl1pPr fontAlgn="t">
              <a:lnSpc>
                <a:spcPct val="7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C5ADBA68-B969-9AE6-B5E9-AC5C99B658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371371" t="-126189" r="-32059" b="25517"/>
          <a:stretch>
            <a:fillRect/>
          </a:stretch>
        </p:blipFill>
        <p:spPr>
          <a:xfrm rot="5400000">
            <a:off x="5563837" y="227361"/>
            <a:ext cx="6856858" cy="6402134"/>
          </a:xfrm>
          <a:custGeom>
            <a:avLst/>
            <a:gdLst>
              <a:gd name="connsiteX0" fmla="*/ 0 w 6856858"/>
              <a:gd name="connsiteY0" fmla="*/ 6402134 h 6402134"/>
              <a:gd name="connsiteX1" fmla="*/ 0 w 6856858"/>
              <a:gd name="connsiteY1" fmla="*/ 64 h 6402134"/>
              <a:gd name="connsiteX2" fmla="*/ 6856858 w 6856858"/>
              <a:gd name="connsiteY2" fmla="*/ 0 h 6402134"/>
              <a:gd name="connsiteX3" fmla="*/ 6856857 w 6856858"/>
              <a:gd name="connsiteY3" fmla="*/ 6402134 h 6402134"/>
              <a:gd name="connsiteX4" fmla="*/ 6420207 w 6856858"/>
              <a:gd name="connsiteY4" fmla="*/ 6221445 h 6402134"/>
              <a:gd name="connsiteX5" fmla="*/ 6420208 w 6856858"/>
              <a:gd name="connsiteY5" fmla="*/ 4025879 h 6402134"/>
              <a:gd name="connsiteX6" fmla="*/ 5058179 w 6856858"/>
              <a:gd name="connsiteY6" fmla="*/ 4025879 h 6402134"/>
              <a:gd name="connsiteX7" fmla="*/ 5058178 w 6856858"/>
              <a:gd name="connsiteY7" fmla="*/ 5657828 h 6402134"/>
              <a:gd name="connsiteX8" fmla="*/ 3428428 w 6856858"/>
              <a:gd name="connsiteY8" fmla="*/ 4983427 h 6402134"/>
              <a:gd name="connsiteX9" fmla="*/ 0 w 6856858"/>
              <a:gd name="connsiteY9" fmla="*/ 6402134 h 6402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56858" h="6402134">
                <a:moveTo>
                  <a:pt x="0" y="6402134"/>
                </a:moveTo>
                <a:lnTo>
                  <a:pt x="0" y="64"/>
                </a:lnTo>
                <a:lnTo>
                  <a:pt x="6856858" y="0"/>
                </a:lnTo>
                <a:lnTo>
                  <a:pt x="6856857" y="6402134"/>
                </a:lnTo>
                <a:lnTo>
                  <a:pt x="6420207" y="6221445"/>
                </a:lnTo>
                <a:lnTo>
                  <a:pt x="6420208" y="4025879"/>
                </a:lnTo>
                <a:lnTo>
                  <a:pt x="5058179" y="4025879"/>
                </a:lnTo>
                <a:lnTo>
                  <a:pt x="5058178" y="5657828"/>
                </a:lnTo>
                <a:lnTo>
                  <a:pt x="3428428" y="4983427"/>
                </a:lnTo>
                <a:lnTo>
                  <a:pt x="0" y="6402134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9D8ACEE5-FC3C-9C62-5A55-4CCB8E6E5F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735" r="68002"/>
          <a:stretch>
            <a:fillRect/>
          </a:stretch>
        </p:blipFill>
        <p:spPr>
          <a:xfrm rot="5400000">
            <a:off x="9224766" y="5269828"/>
            <a:ext cx="389468" cy="278687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C0031D1-B25E-626F-08C3-AE062D48A5C1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9DFE5E-7A62-8A2B-5C83-2F877F609B3C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Send the image to back to reveal the statement text again. </a:t>
              </a:r>
            </a:p>
          </p:txBody>
        </p:sp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0DDE9F4-A246-D510-C2F8-C2509EB969B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0071265-B5EA-090A-ECCE-5763548C14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A28AE4A-432D-E80C-01E1-7FDB4AA49325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4846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067">
          <p15:clr>
            <a:srgbClr val="FBAE40"/>
          </p15:clr>
        </p15:guide>
        <p15:guide id="2" orient="horz" pos="368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 YO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5AE9089-5269-A5C6-C902-E716DAAD5D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1247" b="54593"/>
          <a:stretch>
            <a:fillRect/>
          </a:stretch>
        </p:blipFill>
        <p:spPr>
          <a:xfrm rot="16200000">
            <a:off x="6883402" y="1549398"/>
            <a:ext cx="6857998" cy="3759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18BD03-B180-3A93-EB92-247C2E595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14059"/>
            <a:ext cx="9144000" cy="4186638"/>
          </a:xfrm>
        </p:spPr>
        <p:txBody>
          <a:bodyPr anchor="b">
            <a:normAutofit/>
          </a:bodyPr>
          <a:lstStyle>
            <a:lvl1pPr algn="l">
              <a:lnSpc>
                <a:spcPct val="70000"/>
              </a:lnSpc>
              <a:defRPr sz="12000">
                <a:solidFill>
                  <a:srgbClr val="FFFFFF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F4F6F-80DA-12B0-1211-AF7BD44AD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92772"/>
            <a:ext cx="4932363" cy="1163578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E1C32C4-FE73-FBDE-6E28-1D416A24AFD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3A40401-CADE-611F-FC41-B3B0FFD81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2152" y="6356350"/>
            <a:ext cx="437552" cy="365125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1400" b="1">
                <a:solidFill>
                  <a:schemeClr val="tx1"/>
                </a:solidFill>
              </a:defRPr>
            </a:lvl1pPr>
          </a:lstStyle>
          <a:p>
            <a:fld id="{B21680B0-85BD-AB42-BDDD-92217BDBB353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F80BCB1-E5B2-73BA-917B-A35DEA09717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_Introdu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C34E40F6-6ACC-DA9E-915F-49EE0A0448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020000">
            <a:off x="8672427" y="2431415"/>
            <a:ext cx="2237447" cy="5240869"/>
          </a:xfrm>
          <a:custGeom>
            <a:avLst/>
            <a:gdLst>
              <a:gd name="connsiteX0" fmla="*/ 0 w 2237447"/>
              <a:gd name="connsiteY0" fmla="*/ 0 h 5240869"/>
              <a:gd name="connsiteX1" fmla="*/ 2237447 w 2237447"/>
              <a:gd name="connsiteY1" fmla="*/ 0 h 5240869"/>
              <a:gd name="connsiteX2" fmla="*/ 2237447 w 2237447"/>
              <a:gd name="connsiteY2" fmla="*/ 4607377 h 5240869"/>
              <a:gd name="connsiteX3" fmla="*/ 1968546 w 2237447"/>
              <a:gd name="connsiteY3" fmla="*/ 5240869 h 5240869"/>
              <a:gd name="connsiteX4" fmla="*/ 0 w 2237447"/>
              <a:gd name="connsiteY4" fmla="*/ 5240869 h 52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447" h="5240869">
                <a:moveTo>
                  <a:pt x="0" y="0"/>
                </a:moveTo>
                <a:lnTo>
                  <a:pt x="2237447" y="0"/>
                </a:lnTo>
                <a:lnTo>
                  <a:pt x="2237447" y="4607377"/>
                </a:lnTo>
                <a:lnTo>
                  <a:pt x="1968546" y="5240869"/>
                </a:lnTo>
                <a:lnTo>
                  <a:pt x="0" y="524086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1FA07F-034F-448C-2652-D713254A0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Introduction: 2 people</a:t>
            </a:r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20DA622-298C-147C-4FB4-BE1949B9EA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68992" y="1628775"/>
            <a:ext cx="2451389" cy="2451389"/>
          </a:xfrm>
          <a:pattFill prst="divot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E7D929B-8BDD-5D07-9B96-4D5F1465B0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B3296B8-F8A9-2C27-330C-15AA59C97655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31767F6-DF8D-5BD5-D8CE-0D572BFEAF7B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12" name="Picture 1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1110F2D3-CCA9-E027-8ABE-610C8202DDF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774E566-6BFE-CE8E-0FDC-D8698CBAAF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CFEC546C-87DC-AD8D-5536-CA2AFAF6A7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79293" y="2829419"/>
            <a:ext cx="2416708" cy="599579"/>
          </a:xfrm>
          <a:solidFill>
            <a:schemeClr val="bg1"/>
          </a:solidFill>
        </p:spPr>
        <p:txBody>
          <a:bodyPr lIns="90000" tIns="90000">
            <a:normAutofit/>
          </a:bodyPr>
          <a:lstStyle>
            <a:lvl1pPr>
              <a:buNone/>
              <a:defRPr sz="1600" b="1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14E86164-B93C-6594-ABD3-88A1C0273F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82223" y="3199144"/>
            <a:ext cx="2313777" cy="230188"/>
          </a:xfrm>
        </p:spPr>
        <p:txBody>
          <a:bodyPr>
            <a:normAutofit/>
          </a:bodyPr>
          <a:lstStyle>
            <a:lvl1pPr>
              <a:buNone/>
              <a:defRPr sz="1200" b="0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E01E804-8C8F-71BB-782E-05D00D4447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82223" y="3536029"/>
            <a:ext cx="2313777" cy="154412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ysClr val="windowText" lastClr="000000"/>
                </a:solidFill>
              </a:defRPr>
            </a:lvl1pPr>
            <a:lvl2pPr marL="180000" marR="0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Maecenas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porttitor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congueso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Massa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Fusce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posuere</a:t>
            </a:r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Magna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sedi</a:t>
            </a:r>
            <a:endParaRPr lang="en-US"/>
          </a:p>
        </p:txBody>
      </p:sp>
      <p:sp>
        <p:nvSpPr>
          <p:cNvPr id="19" name="Picture Placeholder 24">
            <a:extLst>
              <a:ext uri="{FF2B5EF4-FFF2-40B4-BE49-F238E27FC236}">
                <a16:creationId xmlns:a16="http://schemas.microsoft.com/office/drawing/2014/main" id="{F2A0C63C-B1E4-81C7-9F0F-1C49C4E238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44769" y="1628775"/>
            <a:ext cx="2451389" cy="2451389"/>
          </a:xfrm>
          <a:pattFill prst="divot">
            <a:fgClr>
              <a:schemeClr val="bg2"/>
            </a:fgClr>
            <a:bgClr>
              <a:schemeClr val="bg1"/>
            </a:bgClr>
          </a:patt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0A781182-F65B-A2C1-D721-110BB4156C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358000" y="3536029"/>
            <a:ext cx="2313777" cy="154412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ysClr val="windowText" lastClr="000000"/>
                </a:solidFill>
              </a:defRPr>
            </a:lvl1pPr>
            <a:lvl2pPr marL="180000" marR="0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Maecenas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porttitor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congueso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Massa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Fusce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posuere</a:t>
            </a:r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Magna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sedi</a:t>
            </a:r>
            <a:endParaRPr lang="en-US"/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99688D0F-6F80-B025-6DE9-436CD7C263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8821" y="2829419"/>
            <a:ext cx="2416708" cy="599579"/>
          </a:xfrm>
          <a:solidFill>
            <a:schemeClr val="bg1"/>
          </a:solidFill>
        </p:spPr>
        <p:txBody>
          <a:bodyPr lIns="90000" tIns="90000">
            <a:normAutofit/>
          </a:bodyPr>
          <a:lstStyle>
            <a:lvl1pPr>
              <a:buNone/>
              <a:defRPr sz="1600" b="1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3EADF5F-710F-6F61-FA4E-8C609CC369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1751" y="3199144"/>
            <a:ext cx="2313777" cy="230188"/>
          </a:xfrm>
        </p:spPr>
        <p:txBody>
          <a:bodyPr>
            <a:normAutofit/>
          </a:bodyPr>
          <a:lstStyle>
            <a:lvl1pPr>
              <a:buNone/>
              <a:defRPr sz="1200" b="0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9348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_Introdu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2412B6F3-F911-7730-6E0D-A862D89680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020000">
            <a:off x="8672427" y="2431415"/>
            <a:ext cx="2237447" cy="5240869"/>
          </a:xfrm>
          <a:custGeom>
            <a:avLst/>
            <a:gdLst>
              <a:gd name="connsiteX0" fmla="*/ 0 w 2237447"/>
              <a:gd name="connsiteY0" fmla="*/ 0 h 5240869"/>
              <a:gd name="connsiteX1" fmla="*/ 2237447 w 2237447"/>
              <a:gd name="connsiteY1" fmla="*/ 0 h 5240869"/>
              <a:gd name="connsiteX2" fmla="*/ 2237447 w 2237447"/>
              <a:gd name="connsiteY2" fmla="*/ 4607377 h 5240869"/>
              <a:gd name="connsiteX3" fmla="*/ 1968546 w 2237447"/>
              <a:gd name="connsiteY3" fmla="*/ 5240869 h 5240869"/>
              <a:gd name="connsiteX4" fmla="*/ 0 w 2237447"/>
              <a:gd name="connsiteY4" fmla="*/ 5240869 h 5240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7447" h="5240869">
                <a:moveTo>
                  <a:pt x="0" y="0"/>
                </a:moveTo>
                <a:lnTo>
                  <a:pt x="2237447" y="0"/>
                </a:lnTo>
                <a:lnTo>
                  <a:pt x="2237447" y="4607377"/>
                </a:lnTo>
                <a:lnTo>
                  <a:pt x="1968546" y="5240869"/>
                </a:lnTo>
                <a:lnTo>
                  <a:pt x="0" y="5240869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1FA07F-034F-448C-2652-D713254A0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Introduction: 4 people</a:t>
            </a:r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20DA622-298C-147C-4FB4-BE1949B9EA6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80428" y="1628775"/>
            <a:ext cx="2281237" cy="2281237"/>
          </a:xfrm>
          <a:pattFill prst="divot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6" name="Picture Placeholder 24">
            <a:extLst>
              <a:ext uri="{FF2B5EF4-FFF2-40B4-BE49-F238E27FC236}">
                <a16:creationId xmlns:a16="http://schemas.microsoft.com/office/drawing/2014/main" id="{EA002A9D-8BB3-0293-19BA-3D19168EC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50538" y="1628775"/>
            <a:ext cx="2281237" cy="2281237"/>
          </a:xfrm>
          <a:pattFill prst="divot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28F01EEB-ADB8-1602-2F2B-DF00D6C2E9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20648" y="1628775"/>
            <a:ext cx="2281237" cy="2281237"/>
          </a:xfrm>
          <a:pattFill prst="divot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sp>
        <p:nvSpPr>
          <p:cNvPr id="28" name="Picture Placeholder 24">
            <a:extLst>
              <a:ext uri="{FF2B5EF4-FFF2-40B4-BE49-F238E27FC236}">
                <a16:creationId xmlns:a16="http://schemas.microsoft.com/office/drawing/2014/main" id="{FF1B385F-3E94-8060-71F6-63EA4DB4AB6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90757" y="1628775"/>
            <a:ext cx="2281237" cy="2281237"/>
          </a:xfrm>
          <a:pattFill prst="divot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 altLang="ja-JP"/>
              <a:t>Click icon to add picture</a:t>
            </a:r>
            <a:endParaRPr lang="en-GB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0E7D929B-8BDD-5D07-9B96-4D5F1465B0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9F00AB1B-293D-3E16-8048-A03BE80DDFEC}"/>
              </a:ext>
            </a:extLst>
          </p:cNvPr>
          <p:cNvGrpSpPr/>
          <p:nvPr userDrawn="1"/>
        </p:nvGrpSpPr>
        <p:grpSpPr>
          <a:xfrm>
            <a:off x="-2236817" y="-1"/>
            <a:ext cx="2155910" cy="6857999"/>
            <a:chOff x="-2236817" y="-1"/>
            <a:chExt cx="2155910" cy="685799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E9C396-2E0E-7351-5365-27EAC99C3555}"/>
                </a:ext>
              </a:extLst>
            </p:cNvPr>
            <p:cNvSpPr/>
            <p:nvPr userDrawn="1"/>
          </p:nvSpPr>
          <p:spPr>
            <a:xfrm>
              <a:off x="-2236817" y="-1"/>
              <a:ext cx="2155910" cy="685799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 replace the image: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Click on the image and press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Delete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 Then click the icon within the shape and select your image when prompted and click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Insert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endPara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l"/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If you need to move the image within the shape right click on the image and then select </a:t>
              </a:r>
              <a:r>
                <a:rPr lang="en-GB" sz="1400" b="1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Crop</a:t>
              </a:r>
              <a:r>
                <a:rPr lang="en-GB" sz="140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and you will be able to move the image within the shape.   </a:t>
              </a:r>
            </a:p>
          </p:txBody>
        </p:sp>
        <p:pic>
          <p:nvPicPr>
            <p:cNvPr id="32" name="Picture 3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2F3F6F95-9358-DA3E-C492-C005056828A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1865873" y="4238101"/>
              <a:ext cx="1414021" cy="70143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51D6F6B-8C07-BEB0-AC9A-8001018AC5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-1482758" y="1808318"/>
              <a:ext cx="647790" cy="581106"/>
            </a:xfrm>
            <a:prstGeom prst="rect">
              <a:avLst/>
            </a:prstGeom>
          </p:spPr>
        </p:pic>
      </p:grp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5D41CB5B-4BE8-CBB0-5AD2-FB61A4A1D6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78895" y="3978097"/>
            <a:ext cx="2281238" cy="599579"/>
          </a:xfrm>
          <a:solidFill>
            <a:schemeClr val="bg1"/>
          </a:solidFill>
        </p:spPr>
        <p:txBody>
          <a:bodyPr lIns="90000" tIns="90000">
            <a:normAutofit/>
          </a:bodyPr>
          <a:lstStyle>
            <a:lvl1pPr>
              <a:buNone/>
              <a:defRPr sz="1600" b="1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A9C777AE-5BC2-913E-BF0E-1186DD1FC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77588" y="4347822"/>
            <a:ext cx="2184077" cy="230188"/>
          </a:xfrm>
        </p:spPr>
        <p:txBody>
          <a:bodyPr>
            <a:normAutofit/>
          </a:bodyPr>
          <a:lstStyle>
            <a:lvl1pPr>
              <a:buNone/>
              <a:defRPr sz="1200" b="0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14BE03A5-A1D9-4DB2-787C-69200807A1E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82348" y="4684707"/>
            <a:ext cx="2279318" cy="154412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ysClr val="windowText" lastClr="000000"/>
                </a:solidFill>
              </a:defRPr>
            </a:lvl1pPr>
            <a:lvl2pPr marL="180000" marR="0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Maecenas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porttitor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congueso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Massa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Fusce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posuere</a:t>
            </a:r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Magna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sedi</a:t>
            </a:r>
            <a:endParaRPr lang="en-US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0CD810FA-4F95-FCB6-60A3-EAE8340E95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50538" y="3978097"/>
            <a:ext cx="2300922" cy="599579"/>
          </a:xfrm>
          <a:solidFill>
            <a:schemeClr val="bg1"/>
          </a:solidFill>
        </p:spPr>
        <p:txBody>
          <a:bodyPr lIns="90000" tIns="90000">
            <a:normAutofit/>
          </a:bodyPr>
          <a:lstStyle>
            <a:lvl1pPr>
              <a:buNone/>
              <a:defRPr sz="1600" b="1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7" name="Text Placeholder 13">
            <a:extLst>
              <a:ext uri="{FF2B5EF4-FFF2-40B4-BE49-F238E27FC236}">
                <a16:creationId xmlns:a16="http://schemas.microsoft.com/office/drawing/2014/main" id="{B7E31A5D-1DFA-466C-9218-56D98538EFA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50069" y="4347822"/>
            <a:ext cx="2202923" cy="230188"/>
          </a:xfrm>
        </p:spPr>
        <p:txBody>
          <a:bodyPr>
            <a:normAutofit/>
          </a:bodyPr>
          <a:lstStyle>
            <a:lvl1pPr>
              <a:buNone/>
              <a:defRPr sz="1200" b="0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926CDBB3-2AE1-56AE-845A-36D9B640B7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3675" y="4684707"/>
            <a:ext cx="2279318" cy="154412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ysClr val="windowText" lastClr="000000"/>
                </a:solidFill>
              </a:defRPr>
            </a:lvl1pPr>
            <a:lvl2pPr marL="180000" marR="0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Maecenas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porttitor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congueso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Massa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Fusce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posuere</a:t>
            </a:r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Magna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sedi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D9A0989A-0D5E-7B84-FB39-881E75AF87E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20647" y="3978097"/>
            <a:ext cx="2301513" cy="599579"/>
          </a:xfrm>
          <a:solidFill>
            <a:schemeClr val="bg1"/>
          </a:solidFill>
        </p:spPr>
        <p:txBody>
          <a:bodyPr lIns="90000" tIns="90000">
            <a:normAutofit/>
          </a:bodyPr>
          <a:lstStyle>
            <a:lvl1pPr>
              <a:buNone/>
              <a:defRPr sz="1600" b="1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0" name="Text Placeholder 13">
            <a:extLst>
              <a:ext uri="{FF2B5EF4-FFF2-40B4-BE49-F238E27FC236}">
                <a16:creationId xmlns:a16="http://schemas.microsoft.com/office/drawing/2014/main" id="{C2D9B5D8-C391-00B8-A2AD-5FF76DB9F30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20206" y="4347822"/>
            <a:ext cx="2203488" cy="230188"/>
          </a:xfrm>
        </p:spPr>
        <p:txBody>
          <a:bodyPr>
            <a:normAutofit/>
          </a:bodyPr>
          <a:lstStyle>
            <a:lvl1pPr>
              <a:buNone/>
              <a:defRPr sz="1200" b="0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1" name="Text Placeholder 13">
            <a:extLst>
              <a:ext uri="{FF2B5EF4-FFF2-40B4-BE49-F238E27FC236}">
                <a16:creationId xmlns:a16="http://schemas.microsoft.com/office/drawing/2014/main" id="{E9B717FA-4D8E-F593-5020-5A55DE528A5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44376" y="4684707"/>
            <a:ext cx="2279318" cy="154412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ysClr val="windowText" lastClr="000000"/>
                </a:solidFill>
              </a:defRPr>
            </a:lvl1pPr>
            <a:lvl2pPr marL="180000" marR="0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Maecenas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porttitor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congueso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Massa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Fusce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posuere</a:t>
            </a:r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Magna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sedi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7A5EA2EA-6E1F-433C-7075-2DC4EC218D8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7597" y="3978097"/>
            <a:ext cx="2301513" cy="599579"/>
          </a:xfrm>
          <a:solidFill>
            <a:schemeClr val="bg1"/>
          </a:solidFill>
        </p:spPr>
        <p:txBody>
          <a:bodyPr lIns="90000" tIns="90000">
            <a:normAutofit/>
          </a:bodyPr>
          <a:lstStyle>
            <a:lvl1pPr>
              <a:buNone/>
              <a:defRPr sz="1600" b="1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F681D55A-8E96-32FA-6C87-B3F9477DF6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477156" y="4347822"/>
            <a:ext cx="2203488" cy="230188"/>
          </a:xfrm>
        </p:spPr>
        <p:txBody>
          <a:bodyPr>
            <a:normAutofit/>
          </a:bodyPr>
          <a:lstStyle>
            <a:lvl1pPr>
              <a:buNone/>
              <a:defRPr sz="1200" b="0">
                <a:solidFill>
                  <a:sysClr val="windowText" lastClr="000000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D43C5D95-1079-5C29-8F1C-CE62CAEB76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01326" y="4684707"/>
            <a:ext cx="2279318" cy="1544128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0">
                <a:solidFill>
                  <a:sysClr val="windowText" lastClr="000000"/>
                </a:solidFill>
              </a:defRPr>
            </a:lvl1pPr>
            <a:lvl2pPr marL="180000" marR="0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Lore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dolor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sit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amet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consectetuer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adipiscing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bla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elit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Maecenas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porttitor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congueso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Massa </a:t>
            </a: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Fusce</a:t>
            </a: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posuere</a:t>
            </a:r>
            <a:endParaRPr kumimoji="0" lang="en-GB" sz="1200" b="0" i="0" u="none" strike="noStrike" kern="1200" cap="none" spc="0" normalizeH="0" baseline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D7BD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200" b="0" i="0" u="none" strike="noStrike" kern="120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Magna </a:t>
            </a:r>
            <a:r>
              <a:rPr kumimoji="0" lang="en-GB" sz="1200" b="0" i="0" u="none" strike="noStrike" kern="1200" cap="none" spc="0" normalizeH="0" baseline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sedi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63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ext in cir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69E6-90FA-4CC2-8D14-9F7CF2E0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ECCCD9-7956-A564-42D4-C7B7C6A1704F}"/>
              </a:ext>
            </a:extLst>
          </p:cNvPr>
          <p:cNvSpPr/>
          <p:nvPr userDrawn="1"/>
        </p:nvSpPr>
        <p:spPr>
          <a:xfrm>
            <a:off x="-4527495" y="0"/>
            <a:ext cx="4327320" cy="19301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use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Click on the coloured line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drag the yellow </a:t>
            </a:r>
            <a:b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400" b="1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dot </a:t>
            </a:r>
            <a:r>
              <a:rPr lang="en-GB" sz="14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desired percentage on the scale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Change colour and line weight if desired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the percentage value text</a:t>
            </a: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en-GB" sz="140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86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4" imgH="344" progId="TCLayout.ActiveDocument.1">
                  <p:embed/>
                </p:oleObj>
              </mc:Choice>
              <mc:Fallback>
                <p:oleObj name="think-cell Slide" r:id="rId3" imgW="344" imgH="34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51176" y="-885712"/>
            <a:ext cx="1289686" cy="548182"/>
          </a:xfrm>
          <a:prstGeom prst="rect">
            <a:avLst/>
          </a:prstGeom>
          <a:solidFill>
            <a:schemeClr val="accent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EMPTY</a:t>
            </a:r>
          </a:p>
        </p:txBody>
      </p:sp>
      <p:grpSp>
        <p:nvGrpSpPr>
          <p:cNvPr id="9" name="GRID" hidden="1">
            <a:extLst>
              <a:ext uri="{FF2B5EF4-FFF2-40B4-BE49-F238E27FC236}">
                <a16:creationId xmlns:a16="http://schemas.microsoft.com/office/drawing/2014/main" id="{51FA94CB-6590-46F4-8087-8D3B87037E96}"/>
              </a:ext>
            </a:extLst>
          </p:cNvPr>
          <p:cNvGrpSpPr/>
          <p:nvPr userDrawn="1"/>
        </p:nvGrpSpPr>
        <p:grpSpPr>
          <a:xfrm>
            <a:off x="0" y="0"/>
            <a:ext cx="12192001" cy="6858000"/>
            <a:chOff x="0" y="0"/>
            <a:chExt cx="12192001" cy="6858000"/>
          </a:xfrm>
          <a:solidFill>
            <a:schemeClr val="accent1">
              <a:alpha val="49000"/>
            </a:schemeClr>
          </a:solidFill>
        </p:grpSpPr>
        <p:sp>
          <p:nvSpPr>
            <p:cNvPr id="10" name="Rechthoek 9">
              <a:extLst>
                <a:ext uri="{FF2B5EF4-FFF2-40B4-BE49-F238E27FC236}">
                  <a16:creationId xmlns:a16="http://schemas.microsoft.com/office/drawing/2014/main" id="{FE26218F-29CA-4C38-A7B9-856DD203405C}"/>
                </a:ext>
              </a:extLst>
            </p:cNvPr>
            <p:cNvSpPr/>
            <p:nvPr userDrawn="1"/>
          </p:nvSpPr>
          <p:spPr>
            <a:xfrm>
              <a:off x="0" y="0"/>
              <a:ext cx="12192000" cy="70770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1" name="Rechthoek 10">
              <a:extLst>
                <a:ext uri="{FF2B5EF4-FFF2-40B4-BE49-F238E27FC236}">
                  <a16:creationId xmlns:a16="http://schemas.microsoft.com/office/drawing/2014/main" id="{DD99824B-F195-48AD-8361-BBBC388E15B2}"/>
                </a:ext>
              </a:extLst>
            </p:cNvPr>
            <p:cNvSpPr/>
            <p:nvPr userDrawn="1"/>
          </p:nvSpPr>
          <p:spPr>
            <a:xfrm>
              <a:off x="0" y="1308447"/>
              <a:ext cx="12192000" cy="15654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090E162F-12C8-4AE2-9BB8-F9880B0CAE3F}"/>
                </a:ext>
              </a:extLst>
            </p:cNvPr>
            <p:cNvSpPr/>
            <p:nvPr userDrawn="1"/>
          </p:nvSpPr>
          <p:spPr>
            <a:xfrm>
              <a:off x="0" y="5934343"/>
              <a:ext cx="12192000" cy="2509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FE2F9DA5-E478-4EB3-B711-926FDD03A279}"/>
                </a:ext>
              </a:extLst>
            </p:cNvPr>
            <p:cNvSpPr/>
            <p:nvPr userDrawn="1"/>
          </p:nvSpPr>
          <p:spPr>
            <a:xfrm>
              <a:off x="0" y="6402152"/>
              <a:ext cx="12192000" cy="4558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E2901B7D-23C2-40D3-8D03-0A74FF0E8B78}"/>
                </a:ext>
              </a:extLst>
            </p:cNvPr>
            <p:cNvSpPr/>
            <p:nvPr userDrawn="1"/>
          </p:nvSpPr>
          <p:spPr>
            <a:xfrm>
              <a:off x="0" y="0"/>
              <a:ext cx="444500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B5B7CB31-E0BC-4704-A8B6-D0B4EDA15F5A}"/>
                </a:ext>
              </a:extLst>
            </p:cNvPr>
            <p:cNvSpPr/>
            <p:nvPr userDrawn="1"/>
          </p:nvSpPr>
          <p:spPr>
            <a:xfrm>
              <a:off x="11738415" y="0"/>
              <a:ext cx="45358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B2165875-FD52-4018-A504-59B26012B64E}"/>
                </a:ext>
              </a:extLst>
            </p:cNvPr>
            <p:cNvSpPr/>
            <p:nvPr userDrawn="1"/>
          </p:nvSpPr>
          <p:spPr>
            <a:xfrm>
              <a:off x="7558369" y="0"/>
              <a:ext cx="453586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noProof="0"/>
            </a:p>
          </p:txBody>
        </p:sp>
      </p:grp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6C6461-F415-4049-95FC-0B4C71916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250" y="895291"/>
            <a:ext cx="121919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a </a:t>
            </a:r>
            <a:r>
              <a:rPr lang="nl-NL" dirty="0" err="1"/>
              <a:t>title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3737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25634A-ED7A-8318-6150-F34AB1B73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97" y="360000"/>
            <a:ext cx="9697818" cy="90777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altLang="ja-JP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09AD2-B8CC-640F-E634-067ED4298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0000" y="1631144"/>
            <a:ext cx="10599703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E7A4965-EFBC-5C5F-BAD5-29F39AE4AD1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1031538" y="329857"/>
            <a:ext cx="648165" cy="25434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F30A29D-782D-DF45-D191-5547E8B7FA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033850" y="6468533"/>
            <a:ext cx="131376" cy="140758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A90340E5-46BE-82C6-94B5-ADEE4B67DC58}"/>
              </a:ext>
            </a:extLst>
          </p:cNvPr>
          <p:cNvSpPr txBox="1">
            <a:spLocks/>
          </p:cNvSpPr>
          <p:nvPr userDrawn="1"/>
        </p:nvSpPr>
        <p:spPr>
          <a:xfrm>
            <a:off x="11242152" y="6370638"/>
            <a:ext cx="437552" cy="36512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Wingdings" pitchFamily="2" charset="2"/>
              <a:buChar char="§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8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6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4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85000"/>
              </a:lnSpc>
              <a:spcBef>
                <a:spcPts val="1000"/>
              </a:spcBef>
              <a:buFont typeface="System Font Regular"/>
              <a:buChar char="»"/>
              <a:defRPr sz="1200" b="0" i="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fld id="{B21680B0-85BD-AB42-BDDD-92217BDBB353}" type="slidenum">
              <a:rPr lang="en-GB" sz="1400" b="1" smtClean="0">
                <a:solidFill>
                  <a:schemeClr val="tx1"/>
                </a:solidFill>
              </a:rPr>
              <a:pPr marL="0" indent="0">
                <a:buNone/>
              </a:pPr>
              <a:t>‹#›</a:t>
            </a:fld>
            <a:endParaRPr lang="en-GB" sz="1400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5F37F-BA30-A07D-2ABA-003C6BE7AFB6}"/>
              </a:ext>
            </a:extLst>
          </p:cNvPr>
          <p:cNvSpPr txBox="1"/>
          <p:nvPr userDrawn="1"/>
        </p:nvSpPr>
        <p:spPr>
          <a:xfrm>
            <a:off x="512296" y="6430089"/>
            <a:ext cx="3582742" cy="24622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Colt 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95240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98" r:id="rId2"/>
    <p:sldLayoutId id="2147483703" r:id="rId3"/>
    <p:sldLayoutId id="2147483702" r:id="rId4"/>
    <p:sldLayoutId id="2147483699" r:id="rId5"/>
    <p:sldLayoutId id="2147483651" r:id="rId6"/>
    <p:sldLayoutId id="2147483662" r:id="rId7"/>
    <p:sldLayoutId id="2147483665" r:id="rId8"/>
    <p:sldLayoutId id="2147483666" r:id="rId9"/>
    <p:sldLayoutId id="2147483673" r:id="rId10"/>
    <p:sldLayoutId id="2147483674" r:id="rId11"/>
    <p:sldLayoutId id="2147483671" r:id="rId12"/>
    <p:sldLayoutId id="2147483672" r:id="rId13"/>
    <p:sldLayoutId id="2147483650" r:id="rId14"/>
    <p:sldLayoutId id="2147483661" r:id="rId15"/>
    <p:sldLayoutId id="2147483652" r:id="rId16"/>
    <p:sldLayoutId id="2147483653" r:id="rId17"/>
    <p:sldLayoutId id="2147483654" r:id="rId18"/>
    <p:sldLayoutId id="2147483685" r:id="rId19"/>
    <p:sldLayoutId id="2147483655" r:id="rId20"/>
    <p:sldLayoutId id="2147483677" r:id="rId21"/>
    <p:sldLayoutId id="2147483686" r:id="rId22"/>
    <p:sldLayoutId id="2147483656" r:id="rId23"/>
    <p:sldLayoutId id="2147483708" r:id="rId24"/>
    <p:sldLayoutId id="2147483689" r:id="rId25"/>
    <p:sldLayoutId id="2147483690" r:id="rId26"/>
    <p:sldLayoutId id="2147483696" r:id="rId27"/>
    <p:sldLayoutId id="2147483697" r:id="rId28"/>
    <p:sldLayoutId id="2147483691" r:id="rId29"/>
    <p:sldLayoutId id="2147483700" r:id="rId30"/>
    <p:sldLayoutId id="2147483707" r:id="rId31"/>
    <p:sldLayoutId id="2147483704" r:id="rId32"/>
    <p:sldLayoutId id="2147483701" r:id="rId33"/>
    <p:sldLayoutId id="2147483706" r:id="rId34"/>
    <p:sldLayoutId id="2147483705" r:id="rId35"/>
    <p:sldLayoutId id="2147483688" r:id="rId36"/>
    <p:sldLayoutId id="2147483692" r:id="rId37"/>
    <p:sldLayoutId id="2147483676" r:id="rId38"/>
    <p:sldLayoutId id="2147483675" r:id="rId39"/>
    <p:sldLayoutId id="2147483695" r:id="rId40"/>
    <p:sldLayoutId id="2147483709" r:id="rId4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sz="1800" b="1" i="0" kern="1200" cap="all" spc="-50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85000"/>
        </a:lnSpc>
        <a:spcBef>
          <a:spcPts val="1000"/>
        </a:spcBef>
        <a:buFont typeface="Wingdings" pitchFamily="2" charset="2"/>
        <a:buChar char="§"/>
        <a:defRPr kumimoji="1" sz="1800" b="0" i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85000"/>
        </a:lnSpc>
        <a:spcBef>
          <a:spcPts val="1000"/>
        </a:spcBef>
        <a:buFont typeface="System Font Regular"/>
        <a:buChar char="»"/>
        <a:defRPr kumimoji="1" sz="1800" b="0" i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85000"/>
        </a:lnSpc>
        <a:spcBef>
          <a:spcPts val="1000"/>
        </a:spcBef>
        <a:buFont typeface="System Font Regular"/>
        <a:buChar char="»"/>
        <a:defRPr kumimoji="1" sz="1600" b="0" i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85000"/>
        </a:lnSpc>
        <a:spcBef>
          <a:spcPts val="1000"/>
        </a:spcBef>
        <a:buFont typeface="System Font Regular"/>
        <a:buChar char="»"/>
        <a:defRPr kumimoji="1" sz="1400" b="0" i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85000"/>
        </a:lnSpc>
        <a:spcBef>
          <a:spcPts val="1000"/>
        </a:spcBef>
        <a:buFont typeface="System Font Regular"/>
        <a:buChar char="»"/>
        <a:defRPr kumimoji="1" sz="1200" b="0" i="0" kern="1200">
          <a:solidFill>
            <a:schemeClr val="accent3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78" userDrawn="1">
          <p15:clr>
            <a:srgbClr val="F26B43"/>
          </p15:clr>
        </p15:guide>
        <p15:guide id="4" pos="7355" userDrawn="1">
          <p15:clr>
            <a:srgbClr val="F26B43"/>
          </p15:clr>
        </p15:guide>
        <p15:guide id="5" pos="6947" userDrawn="1">
          <p15:clr>
            <a:srgbClr val="F26B43"/>
          </p15:clr>
        </p15:guide>
        <p15:guide id="7" orient="horz" pos="232" userDrawn="1">
          <p15:clr>
            <a:srgbClr val="F26B43"/>
          </p15:clr>
        </p15:guide>
        <p15:guide id="8" orient="horz" pos="1026" userDrawn="1">
          <p15:clr>
            <a:srgbClr val="F26B43"/>
          </p15:clr>
        </p15:guide>
        <p15:guide id="9" orient="horz" pos="3770" userDrawn="1">
          <p15:clr>
            <a:srgbClr val="F26B43"/>
          </p15:clr>
        </p15:guide>
        <p15:guide id="10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DA5240-9CD9-D711-E0C0-60658F19B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760" y="822619"/>
            <a:ext cx="7016496" cy="4186638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Waves vs Ethernet</a:t>
            </a:r>
            <a:br>
              <a:rPr lang="en-GB" sz="4400" dirty="0"/>
            </a:br>
            <a:r>
              <a:rPr lang="en-GB" sz="4400" dirty="0"/>
              <a:t>&amp;</a:t>
            </a:r>
            <a:br>
              <a:rPr lang="en-GB" sz="4400" dirty="0"/>
            </a:br>
            <a:r>
              <a:rPr lang="en-GB" sz="4400" dirty="0"/>
              <a:t>IP VPN vs Ethernet VPN </a:t>
            </a:r>
            <a:br>
              <a:rPr lang="en-GB" sz="4400" dirty="0"/>
            </a:br>
            <a:r>
              <a:rPr lang="en-GB" sz="4400" dirty="0"/>
              <a:t>&amp;</a:t>
            </a:r>
            <a:br>
              <a:rPr lang="en-GB" sz="4400" dirty="0"/>
            </a:br>
            <a:r>
              <a:rPr lang="en-GB" sz="4400" dirty="0"/>
              <a:t>Ethernet product comparison</a:t>
            </a:r>
            <a:br>
              <a:rPr lang="en-US" dirty="0"/>
            </a:br>
            <a:br>
              <a:rPr lang="en-US" dirty="0"/>
            </a:br>
            <a:r>
              <a:rPr lang="en-US" sz="4000" dirty="0"/>
              <a:t>April 2026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3BCAA98-7FF8-F001-E5A6-2DCDF67F37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760" y="5229348"/>
            <a:ext cx="4932363" cy="1177866"/>
          </a:xfrm>
        </p:spPr>
        <p:txBody>
          <a:bodyPr/>
          <a:lstStyle/>
          <a:p>
            <a:r>
              <a:rPr lang="fr-FR" dirty="0"/>
              <a:t>Ethernet Product Management</a:t>
            </a:r>
          </a:p>
        </p:txBody>
      </p:sp>
    </p:spTree>
    <p:extLst>
      <p:ext uri="{BB962C8B-B14F-4D97-AF65-F5344CB8AC3E}">
        <p14:creationId xmlns:p14="http://schemas.microsoft.com/office/powerpoint/2010/main" val="419107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593A6A-544F-DD05-C39C-4412314097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Introduction to Layers and Product positioning</a:t>
            </a:r>
            <a:br>
              <a:rPr lang="en-GB" altLang="en-US" dirty="0">
                <a:solidFill>
                  <a:schemeClr val="tx2"/>
                </a:solidFill>
              </a:rPr>
            </a:br>
            <a:endParaRPr lang="fr-FR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539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09732" y="155054"/>
            <a:ext cx="12191996" cy="504000"/>
          </a:xfrm>
        </p:spPr>
        <p:txBody>
          <a:bodyPr>
            <a:normAutofit/>
          </a:bodyPr>
          <a:lstStyle/>
          <a:p>
            <a:r>
              <a:rPr lang="en-GB" dirty="0"/>
              <a:t>Product Positioning : Level 3 lies on Level 2 that lies on Level 1</a:t>
            </a:r>
          </a:p>
        </p:txBody>
      </p:sp>
      <p:pic>
        <p:nvPicPr>
          <p:cNvPr id="9" name="Picture 8" descr="https://cdn3.iconfinder.com/data/icons/social-media-1/256/Global_Communication-512.png"/>
          <p:cNvPicPr>
            <a:picLocks noChangeAspect="1" noChangeArrowheads="1"/>
          </p:cNvPicPr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164" y="1754664"/>
            <a:ext cx="853243" cy="85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376" y="3333988"/>
            <a:ext cx="2266820" cy="656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1"/>
          <p:cNvGrpSpPr>
            <a:grpSpLocks/>
          </p:cNvGrpSpPr>
          <p:nvPr/>
        </p:nvGrpSpPr>
        <p:grpSpPr bwMode="auto">
          <a:xfrm>
            <a:off x="1186164" y="4769999"/>
            <a:ext cx="912364" cy="856940"/>
            <a:chOff x="460969" y="2019227"/>
            <a:chExt cx="1301126" cy="1275488"/>
          </a:xfrm>
        </p:grpSpPr>
        <p:sp>
          <p:nvSpPr>
            <p:cNvPr id="16" name="Oval 15"/>
            <p:cNvSpPr/>
            <p:nvPr/>
          </p:nvSpPr>
          <p:spPr>
            <a:xfrm>
              <a:off x="460969" y="2019227"/>
              <a:ext cx="1301126" cy="1275488"/>
            </a:xfrm>
            <a:prstGeom prst="ellipse">
              <a:avLst/>
            </a:prstGeom>
            <a:solidFill>
              <a:srgbClr val="FFFFFF"/>
            </a:solidFill>
            <a:ln w="12700" cap="flat" cmpd="sng" algn="ctr">
              <a:solidFill>
                <a:srgbClr val="00ACA1"/>
              </a:solidFill>
              <a:prstDash val="solid"/>
              <a:miter lim="800000"/>
            </a:ln>
            <a:effectLst/>
          </p:spPr>
          <p:txBody>
            <a:bodyPr/>
            <a:lstStyle/>
            <a:p>
              <a:pPr algn="ctr" eaLnBrk="1" hangingPunct="1">
                <a:defRPr/>
              </a:pPr>
              <a:endParaRPr lang="en-US" sz="991" kern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6"/>
            <p:cNvSpPr>
              <a:spLocks/>
            </p:cNvSpPr>
            <p:nvPr/>
          </p:nvSpPr>
          <p:spPr bwMode="auto">
            <a:xfrm>
              <a:off x="634251" y="2292093"/>
              <a:ext cx="963683" cy="850325"/>
            </a:xfrm>
            <a:custGeom>
              <a:avLst/>
              <a:gdLst>
                <a:gd name="T0" fmla="*/ 2326 w 4313"/>
                <a:gd name="T1" fmla="*/ 943 h 4313"/>
                <a:gd name="T2" fmla="*/ 2568 w 4313"/>
                <a:gd name="T3" fmla="*/ 69 h 4313"/>
                <a:gd name="T4" fmla="*/ 2665 w 4313"/>
                <a:gd name="T5" fmla="*/ 85 h 4313"/>
                <a:gd name="T6" fmla="*/ 2478 w 4313"/>
                <a:gd name="T7" fmla="*/ 1834 h 4313"/>
                <a:gd name="T8" fmla="*/ 2921 w 4313"/>
                <a:gd name="T9" fmla="*/ 77 h 4313"/>
                <a:gd name="T10" fmla="*/ 2674 w 4313"/>
                <a:gd name="T11" fmla="*/ 1238 h 4313"/>
                <a:gd name="T12" fmla="*/ 2723 w 4313"/>
                <a:gd name="T13" fmla="*/ 1440 h 4313"/>
                <a:gd name="T14" fmla="*/ 3223 w 4313"/>
                <a:gd name="T15" fmla="*/ 153 h 4313"/>
                <a:gd name="T16" fmla="*/ 2897 w 4313"/>
                <a:gd name="T17" fmla="*/ 1149 h 4313"/>
                <a:gd name="T18" fmla="*/ 2719 w 4313"/>
                <a:gd name="T19" fmla="*/ 1889 h 4313"/>
                <a:gd name="T20" fmla="*/ 3487 w 4313"/>
                <a:gd name="T21" fmla="*/ 259 h 4313"/>
                <a:gd name="T22" fmla="*/ 3394 w 4313"/>
                <a:gd name="T23" fmla="*/ 594 h 4313"/>
                <a:gd name="T24" fmla="*/ 2489 w 4313"/>
                <a:gd name="T25" fmla="*/ 2722 h 4313"/>
                <a:gd name="T26" fmla="*/ 3567 w 4313"/>
                <a:gd name="T27" fmla="*/ 636 h 4313"/>
                <a:gd name="T28" fmla="*/ 3812 w 4313"/>
                <a:gd name="T29" fmla="*/ 404 h 4313"/>
                <a:gd name="T30" fmla="*/ 3091 w 4313"/>
                <a:gd name="T31" fmla="*/ 1569 h 4313"/>
                <a:gd name="T32" fmla="*/ 2863 w 4313"/>
                <a:gd name="T33" fmla="*/ 2115 h 4313"/>
                <a:gd name="T34" fmla="*/ 3991 w 4313"/>
                <a:gd name="T35" fmla="*/ 538 h 4313"/>
                <a:gd name="T36" fmla="*/ 4073 w 4313"/>
                <a:gd name="T37" fmla="*/ 576 h 4313"/>
                <a:gd name="T38" fmla="*/ 3034 w 4313"/>
                <a:gd name="T39" fmla="*/ 1940 h 4313"/>
                <a:gd name="T40" fmla="*/ 2953 w 4313"/>
                <a:gd name="T41" fmla="*/ 2166 h 4313"/>
                <a:gd name="T42" fmla="*/ 4235 w 4313"/>
                <a:gd name="T43" fmla="*/ 693 h 4313"/>
                <a:gd name="T44" fmla="*/ 4311 w 4313"/>
                <a:gd name="T45" fmla="*/ 738 h 4313"/>
                <a:gd name="T46" fmla="*/ 3139 w 4313"/>
                <a:gd name="T47" fmla="*/ 2002 h 4313"/>
                <a:gd name="T48" fmla="*/ 2630 w 4313"/>
                <a:gd name="T49" fmla="*/ 2827 h 4313"/>
                <a:gd name="T50" fmla="*/ 2647 w 4313"/>
                <a:gd name="T51" fmla="*/ 3185 h 4313"/>
                <a:gd name="T52" fmla="*/ 2729 w 4313"/>
                <a:gd name="T53" fmla="*/ 3668 h 4313"/>
                <a:gd name="T54" fmla="*/ 2879 w 4313"/>
                <a:gd name="T55" fmla="*/ 4153 h 4313"/>
                <a:gd name="T56" fmla="*/ 2037 w 4313"/>
                <a:gd name="T57" fmla="*/ 4309 h 4313"/>
                <a:gd name="T58" fmla="*/ 1956 w 4313"/>
                <a:gd name="T59" fmla="*/ 3966 h 4313"/>
                <a:gd name="T60" fmla="*/ 1835 w 4313"/>
                <a:gd name="T61" fmla="*/ 3170 h 4313"/>
                <a:gd name="T62" fmla="*/ 1824 w 4313"/>
                <a:gd name="T63" fmla="*/ 2798 h 4313"/>
                <a:gd name="T64" fmla="*/ 1187 w 4313"/>
                <a:gd name="T65" fmla="*/ 1878 h 4313"/>
                <a:gd name="T66" fmla="*/ 13 w 4313"/>
                <a:gd name="T67" fmla="*/ 734 h 4313"/>
                <a:gd name="T68" fmla="*/ 81 w 4313"/>
                <a:gd name="T69" fmla="*/ 688 h 4313"/>
                <a:gd name="T70" fmla="*/ 1238 w 4313"/>
                <a:gd name="T71" fmla="*/ 1848 h 4313"/>
                <a:gd name="T72" fmla="*/ 1520 w 4313"/>
                <a:gd name="T73" fmla="*/ 2132 h 4313"/>
                <a:gd name="T74" fmla="*/ 257 w 4313"/>
                <a:gd name="T75" fmla="*/ 583 h 4313"/>
                <a:gd name="T76" fmla="*/ 301 w 4313"/>
                <a:gd name="T77" fmla="*/ 528 h 4313"/>
                <a:gd name="T78" fmla="*/ 1299 w 4313"/>
                <a:gd name="T79" fmla="*/ 1700 h 4313"/>
                <a:gd name="T80" fmla="*/ 1579 w 4313"/>
                <a:gd name="T81" fmla="*/ 2025 h 4313"/>
                <a:gd name="T82" fmla="*/ 499 w 4313"/>
                <a:gd name="T83" fmla="*/ 428 h 4313"/>
                <a:gd name="T84" fmla="*/ 576 w 4313"/>
                <a:gd name="T85" fmla="*/ 394 h 4313"/>
                <a:gd name="T86" fmla="*/ 1630 w 4313"/>
                <a:gd name="T87" fmla="*/ 2004 h 4313"/>
                <a:gd name="T88" fmla="*/ 1386 w 4313"/>
                <a:gd name="T89" fmla="*/ 1371 h 4313"/>
                <a:gd name="T90" fmla="*/ 765 w 4313"/>
                <a:gd name="T91" fmla="*/ 269 h 4313"/>
                <a:gd name="T92" fmla="*/ 1030 w 4313"/>
                <a:gd name="T93" fmla="*/ 556 h 4313"/>
                <a:gd name="T94" fmla="*/ 2034 w 4313"/>
                <a:gd name="T95" fmla="*/ 2707 h 4313"/>
                <a:gd name="T96" fmla="*/ 1053 w 4313"/>
                <a:gd name="T97" fmla="*/ 217 h 4313"/>
                <a:gd name="T98" fmla="*/ 1115 w 4313"/>
                <a:gd name="T99" fmla="*/ 171 h 4313"/>
                <a:gd name="T100" fmla="*/ 1886 w 4313"/>
                <a:gd name="T101" fmla="*/ 2065 h 4313"/>
                <a:gd name="T102" fmla="*/ 1477 w 4313"/>
                <a:gd name="T103" fmla="*/ 514 h 4313"/>
                <a:gd name="T104" fmla="*/ 1381 w 4313"/>
                <a:gd name="T105" fmla="*/ 85 h 4313"/>
                <a:gd name="T106" fmla="*/ 1877 w 4313"/>
                <a:gd name="T107" fmla="*/ 1589 h 4313"/>
                <a:gd name="T108" fmla="*/ 1746 w 4313"/>
                <a:gd name="T109" fmla="*/ 531 h 4313"/>
                <a:gd name="T110" fmla="*/ 1703 w 4313"/>
                <a:gd name="T111" fmla="*/ 39 h 4313"/>
                <a:gd name="T112" fmla="*/ 2182 w 4313"/>
                <a:gd name="T113" fmla="*/ 2686 h 4313"/>
                <a:gd name="T114" fmla="*/ 1960 w 4313"/>
                <a:gd name="T115" fmla="*/ 15 h 4313"/>
                <a:gd name="T116" fmla="*/ 2055 w 4313"/>
                <a:gd name="T117" fmla="*/ 69 h 4313"/>
                <a:gd name="T118" fmla="*/ 2283 w 4313"/>
                <a:gd name="T119" fmla="*/ 2 h 4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313" h="4313">
                  <a:moveTo>
                    <a:pt x="2295" y="0"/>
                  </a:moveTo>
                  <a:lnTo>
                    <a:pt x="2304" y="2"/>
                  </a:lnTo>
                  <a:lnTo>
                    <a:pt x="2317" y="7"/>
                  </a:lnTo>
                  <a:lnTo>
                    <a:pt x="2330" y="17"/>
                  </a:lnTo>
                  <a:lnTo>
                    <a:pt x="2342" y="28"/>
                  </a:lnTo>
                  <a:lnTo>
                    <a:pt x="2352" y="41"/>
                  </a:lnTo>
                  <a:lnTo>
                    <a:pt x="2359" y="57"/>
                  </a:lnTo>
                  <a:lnTo>
                    <a:pt x="2362" y="73"/>
                  </a:lnTo>
                  <a:lnTo>
                    <a:pt x="2326" y="943"/>
                  </a:lnTo>
                  <a:lnTo>
                    <a:pt x="2297" y="1814"/>
                  </a:lnTo>
                  <a:lnTo>
                    <a:pt x="2275" y="2684"/>
                  </a:lnTo>
                  <a:lnTo>
                    <a:pt x="2278" y="2684"/>
                  </a:lnTo>
                  <a:lnTo>
                    <a:pt x="2322" y="2165"/>
                  </a:lnTo>
                  <a:lnTo>
                    <a:pt x="2372" y="1645"/>
                  </a:lnTo>
                  <a:lnTo>
                    <a:pt x="2430" y="1127"/>
                  </a:lnTo>
                  <a:lnTo>
                    <a:pt x="2493" y="608"/>
                  </a:lnTo>
                  <a:lnTo>
                    <a:pt x="2563" y="90"/>
                  </a:lnTo>
                  <a:lnTo>
                    <a:pt x="2568" y="69"/>
                  </a:lnTo>
                  <a:lnTo>
                    <a:pt x="2578" y="51"/>
                  </a:lnTo>
                  <a:lnTo>
                    <a:pt x="2587" y="36"/>
                  </a:lnTo>
                  <a:lnTo>
                    <a:pt x="2599" y="27"/>
                  </a:lnTo>
                  <a:lnTo>
                    <a:pt x="2610" y="24"/>
                  </a:lnTo>
                  <a:lnTo>
                    <a:pt x="2621" y="28"/>
                  </a:lnTo>
                  <a:lnTo>
                    <a:pt x="2634" y="38"/>
                  </a:lnTo>
                  <a:lnTo>
                    <a:pt x="2648" y="51"/>
                  </a:lnTo>
                  <a:lnTo>
                    <a:pt x="2659" y="66"/>
                  </a:lnTo>
                  <a:lnTo>
                    <a:pt x="2665" y="85"/>
                  </a:lnTo>
                  <a:lnTo>
                    <a:pt x="2665" y="103"/>
                  </a:lnTo>
                  <a:lnTo>
                    <a:pt x="2582" y="619"/>
                  </a:lnTo>
                  <a:lnTo>
                    <a:pt x="2506" y="1135"/>
                  </a:lnTo>
                  <a:lnTo>
                    <a:pt x="2436" y="1652"/>
                  </a:lnTo>
                  <a:lnTo>
                    <a:pt x="2375" y="2169"/>
                  </a:lnTo>
                  <a:lnTo>
                    <a:pt x="2321" y="2687"/>
                  </a:lnTo>
                  <a:lnTo>
                    <a:pt x="2331" y="2688"/>
                  </a:lnTo>
                  <a:lnTo>
                    <a:pt x="2401" y="2260"/>
                  </a:lnTo>
                  <a:lnTo>
                    <a:pt x="2478" y="1834"/>
                  </a:lnTo>
                  <a:lnTo>
                    <a:pt x="2563" y="1407"/>
                  </a:lnTo>
                  <a:lnTo>
                    <a:pt x="2656" y="983"/>
                  </a:lnTo>
                  <a:lnTo>
                    <a:pt x="2757" y="559"/>
                  </a:lnTo>
                  <a:lnTo>
                    <a:pt x="2866" y="137"/>
                  </a:lnTo>
                  <a:lnTo>
                    <a:pt x="2873" y="116"/>
                  </a:lnTo>
                  <a:lnTo>
                    <a:pt x="2884" y="99"/>
                  </a:lnTo>
                  <a:lnTo>
                    <a:pt x="2896" y="85"/>
                  </a:lnTo>
                  <a:lnTo>
                    <a:pt x="2909" y="78"/>
                  </a:lnTo>
                  <a:lnTo>
                    <a:pt x="2921" y="77"/>
                  </a:lnTo>
                  <a:lnTo>
                    <a:pt x="2931" y="81"/>
                  </a:lnTo>
                  <a:lnTo>
                    <a:pt x="2943" y="91"/>
                  </a:lnTo>
                  <a:lnTo>
                    <a:pt x="2955" y="104"/>
                  </a:lnTo>
                  <a:lnTo>
                    <a:pt x="2964" y="121"/>
                  </a:lnTo>
                  <a:lnTo>
                    <a:pt x="2968" y="140"/>
                  </a:lnTo>
                  <a:lnTo>
                    <a:pt x="2965" y="158"/>
                  </a:lnTo>
                  <a:lnTo>
                    <a:pt x="2862" y="517"/>
                  </a:lnTo>
                  <a:lnTo>
                    <a:pt x="2765" y="877"/>
                  </a:lnTo>
                  <a:lnTo>
                    <a:pt x="2674" y="1238"/>
                  </a:lnTo>
                  <a:lnTo>
                    <a:pt x="2591" y="1601"/>
                  </a:lnTo>
                  <a:lnTo>
                    <a:pt x="2512" y="1964"/>
                  </a:lnTo>
                  <a:lnTo>
                    <a:pt x="2440" y="2328"/>
                  </a:lnTo>
                  <a:lnTo>
                    <a:pt x="2375" y="2694"/>
                  </a:lnTo>
                  <a:lnTo>
                    <a:pt x="2386" y="2695"/>
                  </a:lnTo>
                  <a:lnTo>
                    <a:pt x="2461" y="2379"/>
                  </a:lnTo>
                  <a:lnTo>
                    <a:pt x="2542" y="2065"/>
                  </a:lnTo>
                  <a:lnTo>
                    <a:pt x="2630" y="1752"/>
                  </a:lnTo>
                  <a:lnTo>
                    <a:pt x="2723" y="1440"/>
                  </a:lnTo>
                  <a:lnTo>
                    <a:pt x="2822" y="1129"/>
                  </a:lnTo>
                  <a:lnTo>
                    <a:pt x="2928" y="820"/>
                  </a:lnTo>
                  <a:lnTo>
                    <a:pt x="3041" y="513"/>
                  </a:lnTo>
                  <a:lnTo>
                    <a:pt x="3159" y="208"/>
                  </a:lnTo>
                  <a:lnTo>
                    <a:pt x="3171" y="188"/>
                  </a:lnTo>
                  <a:lnTo>
                    <a:pt x="3184" y="171"/>
                  </a:lnTo>
                  <a:lnTo>
                    <a:pt x="3197" y="159"/>
                  </a:lnTo>
                  <a:lnTo>
                    <a:pt x="3210" y="153"/>
                  </a:lnTo>
                  <a:lnTo>
                    <a:pt x="3223" y="153"/>
                  </a:lnTo>
                  <a:lnTo>
                    <a:pt x="3232" y="159"/>
                  </a:lnTo>
                  <a:lnTo>
                    <a:pt x="3243" y="170"/>
                  </a:lnTo>
                  <a:lnTo>
                    <a:pt x="3253" y="184"/>
                  </a:lnTo>
                  <a:lnTo>
                    <a:pt x="3260" y="201"/>
                  </a:lnTo>
                  <a:lnTo>
                    <a:pt x="3261" y="218"/>
                  </a:lnTo>
                  <a:lnTo>
                    <a:pt x="3256" y="236"/>
                  </a:lnTo>
                  <a:lnTo>
                    <a:pt x="3130" y="539"/>
                  </a:lnTo>
                  <a:lnTo>
                    <a:pt x="3011" y="844"/>
                  </a:lnTo>
                  <a:lnTo>
                    <a:pt x="2897" y="1149"/>
                  </a:lnTo>
                  <a:lnTo>
                    <a:pt x="2791" y="1458"/>
                  </a:lnTo>
                  <a:lnTo>
                    <a:pt x="2690" y="1767"/>
                  </a:lnTo>
                  <a:lnTo>
                    <a:pt x="2596" y="2078"/>
                  </a:lnTo>
                  <a:lnTo>
                    <a:pt x="2510" y="2390"/>
                  </a:lnTo>
                  <a:lnTo>
                    <a:pt x="2428" y="2704"/>
                  </a:lnTo>
                  <a:lnTo>
                    <a:pt x="2439" y="2707"/>
                  </a:lnTo>
                  <a:lnTo>
                    <a:pt x="2525" y="2432"/>
                  </a:lnTo>
                  <a:lnTo>
                    <a:pt x="2619" y="2160"/>
                  </a:lnTo>
                  <a:lnTo>
                    <a:pt x="2719" y="1889"/>
                  </a:lnTo>
                  <a:lnTo>
                    <a:pt x="2824" y="1619"/>
                  </a:lnTo>
                  <a:lnTo>
                    <a:pt x="2936" y="1352"/>
                  </a:lnTo>
                  <a:lnTo>
                    <a:pt x="3054" y="1086"/>
                  </a:lnTo>
                  <a:lnTo>
                    <a:pt x="3177" y="822"/>
                  </a:lnTo>
                  <a:lnTo>
                    <a:pt x="3308" y="560"/>
                  </a:lnTo>
                  <a:lnTo>
                    <a:pt x="3444" y="301"/>
                  </a:lnTo>
                  <a:lnTo>
                    <a:pt x="3457" y="282"/>
                  </a:lnTo>
                  <a:lnTo>
                    <a:pt x="3473" y="268"/>
                  </a:lnTo>
                  <a:lnTo>
                    <a:pt x="3487" y="259"/>
                  </a:lnTo>
                  <a:lnTo>
                    <a:pt x="3502" y="254"/>
                  </a:lnTo>
                  <a:lnTo>
                    <a:pt x="3514" y="254"/>
                  </a:lnTo>
                  <a:lnTo>
                    <a:pt x="3523" y="260"/>
                  </a:lnTo>
                  <a:lnTo>
                    <a:pt x="3532" y="272"/>
                  </a:lnTo>
                  <a:lnTo>
                    <a:pt x="3540" y="286"/>
                  </a:lnTo>
                  <a:lnTo>
                    <a:pt x="3545" y="303"/>
                  </a:lnTo>
                  <a:lnTo>
                    <a:pt x="3544" y="320"/>
                  </a:lnTo>
                  <a:lnTo>
                    <a:pt x="3537" y="337"/>
                  </a:lnTo>
                  <a:lnTo>
                    <a:pt x="3394" y="594"/>
                  </a:lnTo>
                  <a:lnTo>
                    <a:pt x="3257" y="852"/>
                  </a:lnTo>
                  <a:lnTo>
                    <a:pt x="3127" y="1112"/>
                  </a:lnTo>
                  <a:lnTo>
                    <a:pt x="3003" y="1375"/>
                  </a:lnTo>
                  <a:lnTo>
                    <a:pt x="2887" y="1640"/>
                  </a:lnTo>
                  <a:lnTo>
                    <a:pt x="2775" y="1907"/>
                  </a:lnTo>
                  <a:lnTo>
                    <a:pt x="2671" y="2175"/>
                  </a:lnTo>
                  <a:lnTo>
                    <a:pt x="2571" y="2446"/>
                  </a:lnTo>
                  <a:lnTo>
                    <a:pt x="2479" y="2719"/>
                  </a:lnTo>
                  <a:lnTo>
                    <a:pt x="2489" y="2722"/>
                  </a:lnTo>
                  <a:lnTo>
                    <a:pt x="2585" y="2482"/>
                  </a:lnTo>
                  <a:lnTo>
                    <a:pt x="2688" y="2243"/>
                  </a:lnTo>
                  <a:lnTo>
                    <a:pt x="2796" y="2008"/>
                  </a:lnTo>
                  <a:lnTo>
                    <a:pt x="2910" y="1773"/>
                  </a:lnTo>
                  <a:lnTo>
                    <a:pt x="3029" y="1542"/>
                  </a:lnTo>
                  <a:lnTo>
                    <a:pt x="3155" y="1311"/>
                  </a:lnTo>
                  <a:lnTo>
                    <a:pt x="3287" y="1083"/>
                  </a:lnTo>
                  <a:lnTo>
                    <a:pt x="3423" y="858"/>
                  </a:lnTo>
                  <a:lnTo>
                    <a:pt x="3567" y="636"/>
                  </a:lnTo>
                  <a:lnTo>
                    <a:pt x="3717" y="416"/>
                  </a:lnTo>
                  <a:lnTo>
                    <a:pt x="3732" y="400"/>
                  </a:lnTo>
                  <a:lnTo>
                    <a:pt x="3749" y="387"/>
                  </a:lnTo>
                  <a:lnTo>
                    <a:pt x="3765" y="379"/>
                  </a:lnTo>
                  <a:lnTo>
                    <a:pt x="3779" y="375"/>
                  </a:lnTo>
                  <a:lnTo>
                    <a:pt x="3791" y="377"/>
                  </a:lnTo>
                  <a:lnTo>
                    <a:pt x="3799" y="383"/>
                  </a:lnTo>
                  <a:lnTo>
                    <a:pt x="3806" y="392"/>
                  </a:lnTo>
                  <a:lnTo>
                    <a:pt x="3812" y="404"/>
                  </a:lnTo>
                  <a:lnTo>
                    <a:pt x="3816" y="418"/>
                  </a:lnTo>
                  <a:lnTo>
                    <a:pt x="3816" y="433"/>
                  </a:lnTo>
                  <a:lnTo>
                    <a:pt x="3813" y="447"/>
                  </a:lnTo>
                  <a:lnTo>
                    <a:pt x="3804" y="460"/>
                  </a:lnTo>
                  <a:lnTo>
                    <a:pt x="3650" y="676"/>
                  </a:lnTo>
                  <a:lnTo>
                    <a:pt x="3501" y="895"/>
                  </a:lnTo>
                  <a:lnTo>
                    <a:pt x="3358" y="1118"/>
                  </a:lnTo>
                  <a:lnTo>
                    <a:pt x="3222" y="1341"/>
                  </a:lnTo>
                  <a:lnTo>
                    <a:pt x="3091" y="1569"/>
                  </a:lnTo>
                  <a:lnTo>
                    <a:pt x="2966" y="1798"/>
                  </a:lnTo>
                  <a:lnTo>
                    <a:pt x="2847" y="2030"/>
                  </a:lnTo>
                  <a:lnTo>
                    <a:pt x="2735" y="2264"/>
                  </a:lnTo>
                  <a:lnTo>
                    <a:pt x="2629" y="2500"/>
                  </a:lnTo>
                  <a:lnTo>
                    <a:pt x="2528" y="2738"/>
                  </a:lnTo>
                  <a:lnTo>
                    <a:pt x="2536" y="2742"/>
                  </a:lnTo>
                  <a:lnTo>
                    <a:pt x="2639" y="2531"/>
                  </a:lnTo>
                  <a:lnTo>
                    <a:pt x="2748" y="2322"/>
                  </a:lnTo>
                  <a:lnTo>
                    <a:pt x="2863" y="2115"/>
                  </a:lnTo>
                  <a:lnTo>
                    <a:pt x="2982" y="1911"/>
                  </a:lnTo>
                  <a:lnTo>
                    <a:pt x="3108" y="1708"/>
                  </a:lnTo>
                  <a:lnTo>
                    <a:pt x="3239" y="1509"/>
                  </a:lnTo>
                  <a:lnTo>
                    <a:pt x="3375" y="1311"/>
                  </a:lnTo>
                  <a:lnTo>
                    <a:pt x="3516" y="1118"/>
                  </a:lnTo>
                  <a:lnTo>
                    <a:pt x="3664" y="925"/>
                  </a:lnTo>
                  <a:lnTo>
                    <a:pt x="3816" y="737"/>
                  </a:lnTo>
                  <a:lnTo>
                    <a:pt x="3974" y="552"/>
                  </a:lnTo>
                  <a:lnTo>
                    <a:pt x="3991" y="538"/>
                  </a:lnTo>
                  <a:lnTo>
                    <a:pt x="4010" y="527"/>
                  </a:lnTo>
                  <a:lnTo>
                    <a:pt x="4027" y="521"/>
                  </a:lnTo>
                  <a:lnTo>
                    <a:pt x="4042" y="518"/>
                  </a:lnTo>
                  <a:lnTo>
                    <a:pt x="4054" y="521"/>
                  </a:lnTo>
                  <a:lnTo>
                    <a:pt x="4061" y="527"/>
                  </a:lnTo>
                  <a:lnTo>
                    <a:pt x="4066" y="536"/>
                  </a:lnTo>
                  <a:lnTo>
                    <a:pt x="4071" y="548"/>
                  </a:lnTo>
                  <a:lnTo>
                    <a:pt x="4073" y="562"/>
                  </a:lnTo>
                  <a:lnTo>
                    <a:pt x="4073" y="576"/>
                  </a:lnTo>
                  <a:lnTo>
                    <a:pt x="4067" y="590"/>
                  </a:lnTo>
                  <a:lnTo>
                    <a:pt x="4058" y="602"/>
                  </a:lnTo>
                  <a:lnTo>
                    <a:pt x="3895" y="784"/>
                  </a:lnTo>
                  <a:lnTo>
                    <a:pt x="3737" y="968"/>
                  </a:lnTo>
                  <a:lnTo>
                    <a:pt x="3586" y="1157"/>
                  </a:lnTo>
                  <a:lnTo>
                    <a:pt x="3439" y="1348"/>
                  </a:lnTo>
                  <a:lnTo>
                    <a:pt x="3299" y="1543"/>
                  </a:lnTo>
                  <a:lnTo>
                    <a:pt x="3164" y="1739"/>
                  </a:lnTo>
                  <a:lnTo>
                    <a:pt x="3034" y="1940"/>
                  </a:lnTo>
                  <a:lnTo>
                    <a:pt x="2910" y="2141"/>
                  </a:lnTo>
                  <a:lnTo>
                    <a:pt x="2792" y="2347"/>
                  </a:lnTo>
                  <a:lnTo>
                    <a:pt x="2678" y="2554"/>
                  </a:lnTo>
                  <a:lnTo>
                    <a:pt x="2572" y="2763"/>
                  </a:lnTo>
                  <a:lnTo>
                    <a:pt x="2575" y="2766"/>
                  </a:lnTo>
                  <a:lnTo>
                    <a:pt x="2579" y="2768"/>
                  </a:lnTo>
                  <a:lnTo>
                    <a:pt x="2698" y="2564"/>
                  </a:lnTo>
                  <a:lnTo>
                    <a:pt x="2822" y="2364"/>
                  </a:lnTo>
                  <a:lnTo>
                    <a:pt x="2953" y="2166"/>
                  </a:lnTo>
                  <a:lnTo>
                    <a:pt x="3091" y="1971"/>
                  </a:lnTo>
                  <a:lnTo>
                    <a:pt x="3233" y="1780"/>
                  </a:lnTo>
                  <a:lnTo>
                    <a:pt x="3383" y="1591"/>
                  </a:lnTo>
                  <a:lnTo>
                    <a:pt x="3537" y="1407"/>
                  </a:lnTo>
                  <a:lnTo>
                    <a:pt x="3698" y="1226"/>
                  </a:lnTo>
                  <a:lnTo>
                    <a:pt x="3866" y="1048"/>
                  </a:lnTo>
                  <a:lnTo>
                    <a:pt x="4039" y="874"/>
                  </a:lnTo>
                  <a:lnTo>
                    <a:pt x="4217" y="705"/>
                  </a:lnTo>
                  <a:lnTo>
                    <a:pt x="4235" y="693"/>
                  </a:lnTo>
                  <a:lnTo>
                    <a:pt x="4255" y="684"/>
                  </a:lnTo>
                  <a:lnTo>
                    <a:pt x="4273" y="680"/>
                  </a:lnTo>
                  <a:lnTo>
                    <a:pt x="4287" y="679"/>
                  </a:lnTo>
                  <a:lnTo>
                    <a:pt x="4299" y="683"/>
                  </a:lnTo>
                  <a:lnTo>
                    <a:pt x="4304" y="689"/>
                  </a:lnTo>
                  <a:lnTo>
                    <a:pt x="4310" y="699"/>
                  </a:lnTo>
                  <a:lnTo>
                    <a:pt x="4312" y="710"/>
                  </a:lnTo>
                  <a:lnTo>
                    <a:pt x="4313" y="723"/>
                  </a:lnTo>
                  <a:lnTo>
                    <a:pt x="4311" y="738"/>
                  </a:lnTo>
                  <a:lnTo>
                    <a:pt x="4304" y="750"/>
                  </a:lnTo>
                  <a:lnTo>
                    <a:pt x="4294" y="760"/>
                  </a:lnTo>
                  <a:lnTo>
                    <a:pt x="4112" y="926"/>
                  </a:lnTo>
                  <a:lnTo>
                    <a:pt x="3934" y="1095"/>
                  </a:lnTo>
                  <a:lnTo>
                    <a:pt x="3764" y="1269"/>
                  </a:lnTo>
                  <a:lnTo>
                    <a:pt x="3599" y="1447"/>
                  </a:lnTo>
                  <a:lnTo>
                    <a:pt x="3439" y="1628"/>
                  </a:lnTo>
                  <a:lnTo>
                    <a:pt x="3287" y="1814"/>
                  </a:lnTo>
                  <a:lnTo>
                    <a:pt x="3139" y="2002"/>
                  </a:lnTo>
                  <a:lnTo>
                    <a:pt x="2999" y="2194"/>
                  </a:lnTo>
                  <a:lnTo>
                    <a:pt x="2864" y="2389"/>
                  </a:lnTo>
                  <a:lnTo>
                    <a:pt x="2736" y="2588"/>
                  </a:lnTo>
                  <a:lnTo>
                    <a:pt x="2613" y="2788"/>
                  </a:lnTo>
                  <a:lnTo>
                    <a:pt x="2610" y="2794"/>
                  </a:lnTo>
                  <a:lnTo>
                    <a:pt x="2619" y="2805"/>
                  </a:lnTo>
                  <a:lnTo>
                    <a:pt x="2626" y="2813"/>
                  </a:lnTo>
                  <a:lnTo>
                    <a:pt x="2629" y="2819"/>
                  </a:lnTo>
                  <a:lnTo>
                    <a:pt x="2630" y="2827"/>
                  </a:lnTo>
                  <a:lnTo>
                    <a:pt x="2630" y="2844"/>
                  </a:lnTo>
                  <a:lnTo>
                    <a:pt x="2631" y="2869"/>
                  </a:lnTo>
                  <a:lnTo>
                    <a:pt x="2631" y="2900"/>
                  </a:lnTo>
                  <a:lnTo>
                    <a:pt x="2633" y="2937"/>
                  </a:lnTo>
                  <a:lnTo>
                    <a:pt x="2634" y="2979"/>
                  </a:lnTo>
                  <a:lnTo>
                    <a:pt x="2637" y="3026"/>
                  </a:lnTo>
                  <a:lnTo>
                    <a:pt x="2639" y="3076"/>
                  </a:lnTo>
                  <a:lnTo>
                    <a:pt x="2642" y="3130"/>
                  </a:lnTo>
                  <a:lnTo>
                    <a:pt x="2647" y="3185"/>
                  </a:lnTo>
                  <a:lnTo>
                    <a:pt x="2654" y="3242"/>
                  </a:lnTo>
                  <a:lnTo>
                    <a:pt x="2660" y="3300"/>
                  </a:lnTo>
                  <a:lnTo>
                    <a:pt x="2669" y="3357"/>
                  </a:lnTo>
                  <a:lnTo>
                    <a:pt x="2681" y="3420"/>
                  </a:lnTo>
                  <a:lnTo>
                    <a:pt x="2690" y="3476"/>
                  </a:lnTo>
                  <a:lnTo>
                    <a:pt x="2701" y="3529"/>
                  </a:lnTo>
                  <a:lnTo>
                    <a:pt x="2710" y="3577"/>
                  </a:lnTo>
                  <a:lnTo>
                    <a:pt x="2720" y="3623"/>
                  </a:lnTo>
                  <a:lnTo>
                    <a:pt x="2729" y="3668"/>
                  </a:lnTo>
                  <a:lnTo>
                    <a:pt x="2740" y="3712"/>
                  </a:lnTo>
                  <a:lnTo>
                    <a:pt x="2753" y="3758"/>
                  </a:lnTo>
                  <a:lnTo>
                    <a:pt x="2766" y="3805"/>
                  </a:lnTo>
                  <a:lnTo>
                    <a:pt x="2781" y="3856"/>
                  </a:lnTo>
                  <a:lnTo>
                    <a:pt x="2798" y="3912"/>
                  </a:lnTo>
                  <a:lnTo>
                    <a:pt x="2817" y="3975"/>
                  </a:lnTo>
                  <a:lnTo>
                    <a:pt x="2839" y="4043"/>
                  </a:lnTo>
                  <a:lnTo>
                    <a:pt x="2859" y="4102"/>
                  </a:lnTo>
                  <a:lnTo>
                    <a:pt x="2879" y="4153"/>
                  </a:lnTo>
                  <a:lnTo>
                    <a:pt x="2894" y="4198"/>
                  </a:lnTo>
                  <a:lnTo>
                    <a:pt x="2910" y="4234"/>
                  </a:lnTo>
                  <a:lnTo>
                    <a:pt x="2922" y="4263"/>
                  </a:lnTo>
                  <a:lnTo>
                    <a:pt x="2932" y="4286"/>
                  </a:lnTo>
                  <a:lnTo>
                    <a:pt x="2940" y="4301"/>
                  </a:lnTo>
                  <a:lnTo>
                    <a:pt x="2944" y="4310"/>
                  </a:lnTo>
                  <a:lnTo>
                    <a:pt x="2945" y="4313"/>
                  </a:lnTo>
                  <a:lnTo>
                    <a:pt x="2038" y="4313"/>
                  </a:lnTo>
                  <a:lnTo>
                    <a:pt x="2037" y="4309"/>
                  </a:lnTo>
                  <a:lnTo>
                    <a:pt x="2034" y="4297"/>
                  </a:lnTo>
                  <a:lnTo>
                    <a:pt x="2029" y="4279"/>
                  </a:lnTo>
                  <a:lnTo>
                    <a:pt x="2023" y="4253"/>
                  </a:lnTo>
                  <a:lnTo>
                    <a:pt x="2013" y="4220"/>
                  </a:lnTo>
                  <a:lnTo>
                    <a:pt x="2004" y="4181"/>
                  </a:lnTo>
                  <a:lnTo>
                    <a:pt x="1994" y="4136"/>
                  </a:lnTo>
                  <a:lnTo>
                    <a:pt x="1982" y="4085"/>
                  </a:lnTo>
                  <a:lnTo>
                    <a:pt x="1969" y="4028"/>
                  </a:lnTo>
                  <a:lnTo>
                    <a:pt x="1956" y="3966"/>
                  </a:lnTo>
                  <a:lnTo>
                    <a:pt x="1943" y="3899"/>
                  </a:lnTo>
                  <a:lnTo>
                    <a:pt x="1928" y="3827"/>
                  </a:lnTo>
                  <a:lnTo>
                    <a:pt x="1914" y="3750"/>
                  </a:lnTo>
                  <a:lnTo>
                    <a:pt x="1894" y="3638"/>
                  </a:lnTo>
                  <a:lnTo>
                    <a:pt x="1879" y="3531"/>
                  </a:lnTo>
                  <a:lnTo>
                    <a:pt x="1864" y="3431"/>
                  </a:lnTo>
                  <a:lnTo>
                    <a:pt x="1852" y="3338"/>
                  </a:lnTo>
                  <a:lnTo>
                    <a:pt x="1843" y="3250"/>
                  </a:lnTo>
                  <a:lnTo>
                    <a:pt x="1835" y="3170"/>
                  </a:lnTo>
                  <a:lnTo>
                    <a:pt x="1830" y="3097"/>
                  </a:lnTo>
                  <a:lnTo>
                    <a:pt x="1826" y="3031"/>
                  </a:lnTo>
                  <a:lnTo>
                    <a:pt x="1824" y="2972"/>
                  </a:lnTo>
                  <a:lnTo>
                    <a:pt x="1822" y="2923"/>
                  </a:lnTo>
                  <a:lnTo>
                    <a:pt x="1821" y="2881"/>
                  </a:lnTo>
                  <a:lnTo>
                    <a:pt x="1821" y="2847"/>
                  </a:lnTo>
                  <a:lnTo>
                    <a:pt x="1821" y="2822"/>
                  </a:lnTo>
                  <a:lnTo>
                    <a:pt x="1822" y="2806"/>
                  </a:lnTo>
                  <a:lnTo>
                    <a:pt x="1824" y="2798"/>
                  </a:lnTo>
                  <a:lnTo>
                    <a:pt x="1826" y="2794"/>
                  </a:lnTo>
                  <a:lnTo>
                    <a:pt x="1835" y="2787"/>
                  </a:lnTo>
                  <a:lnTo>
                    <a:pt x="1850" y="2777"/>
                  </a:lnTo>
                  <a:lnTo>
                    <a:pt x="1850" y="2777"/>
                  </a:lnTo>
                  <a:lnTo>
                    <a:pt x="1728" y="2592"/>
                  </a:lnTo>
                  <a:lnTo>
                    <a:pt x="1601" y="2410"/>
                  </a:lnTo>
                  <a:lnTo>
                    <a:pt x="1469" y="2229"/>
                  </a:lnTo>
                  <a:lnTo>
                    <a:pt x="1330" y="2052"/>
                  </a:lnTo>
                  <a:lnTo>
                    <a:pt x="1187" y="1878"/>
                  </a:lnTo>
                  <a:lnTo>
                    <a:pt x="1038" y="1708"/>
                  </a:lnTo>
                  <a:lnTo>
                    <a:pt x="885" y="1540"/>
                  </a:lnTo>
                  <a:lnTo>
                    <a:pt x="727" y="1375"/>
                  </a:lnTo>
                  <a:lnTo>
                    <a:pt x="562" y="1214"/>
                  </a:lnTo>
                  <a:lnTo>
                    <a:pt x="393" y="1057"/>
                  </a:lnTo>
                  <a:lnTo>
                    <a:pt x="219" y="904"/>
                  </a:lnTo>
                  <a:lnTo>
                    <a:pt x="39" y="755"/>
                  </a:lnTo>
                  <a:lnTo>
                    <a:pt x="24" y="744"/>
                  </a:lnTo>
                  <a:lnTo>
                    <a:pt x="13" y="734"/>
                  </a:lnTo>
                  <a:lnTo>
                    <a:pt x="5" y="722"/>
                  </a:lnTo>
                  <a:lnTo>
                    <a:pt x="0" y="713"/>
                  </a:lnTo>
                  <a:lnTo>
                    <a:pt x="0" y="705"/>
                  </a:lnTo>
                  <a:lnTo>
                    <a:pt x="5" y="699"/>
                  </a:lnTo>
                  <a:lnTo>
                    <a:pt x="14" y="693"/>
                  </a:lnTo>
                  <a:lnTo>
                    <a:pt x="27" y="689"/>
                  </a:lnTo>
                  <a:lnTo>
                    <a:pt x="45" y="687"/>
                  </a:lnTo>
                  <a:lnTo>
                    <a:pt x="63" y="687"/>
                  </a:lnTo>
                  <a:lnTo>
                    <a:pt x="81" y="688"/>
                  </a:lnTo>
                  <a:lnTo>
                    <a:pt x="99" y="692"/>
                  </a:lnTo>
                  <a:lnTo>
                    <a:pt x="115" y="700"/>
                  </a:lnTo>
                  <a:lnTo>
                    <a:pt x="291" y="853"/>
                  </a:lnTo>
                  <a:lnTo>
                    <a:pt x="461" y="1010"/>
                  </a:lnTo>
                  <a:lnTo>
                    <a:pt x="627" y="1171"/>
                  </a:lnTo>
                  <a:lnTo>
                    <a:pt x="788" y="1335"/>
                  </a:lnTo>
                  <a:lnTo>
                    <a:pt x="943" y="1502"/>
                  </a:lnTo>
                  <a:lnTo>
                    <a:pt x="1093" y="1674"/>
                  </a:lnTo>
                  <a:lnTo>
                    <a:pt x="1238" y="1848"/>
                  </a:lnTo>
                  <a:lnTo>
                    <a:pt x="1378" y="2025"/>
                  </a:lnTo>
                  <a:lnTo>
                    <a:pt x="1512" y="2204"/>
                  </a:lnTo>
                  <a:lnTo>
                    <a:pt x="1642" y="2386"/>
                  </a:lnTo>
                  <a:lnTo>
                    <a:pt x="1766" y="2572"/>
                  </a:lnTo>
                  <a:lnTo>
                    <a:pt x="1884" y="2759"/>
                  </a:lnTo>
                  <a:lnTo>
                    <a:pt x="1892" y="2755"/>
                  </a:lnTo>
                  <a:lnTo>
                    <a:pt x="1774" y="2546"/>
                  </a:lnTo>
                  <a:lnTo>
                    <a:pt x="1649" y="2338"/>
                  </a:lnTo>
                  <a:lnTo>
                    <a:pt x="1520" y="2132"/>
                  </a:lnTo>
                  <a:lnTo>
                    <a:pt x="1384" y="1929"/>
                  </a:lnTo>
                  <a:lnTo>
                    <a:pt x="1242" y="1729"/>
                  </a:lnTo>
                  <a:lnTo>
                    <a:pt x="1094" y="1532"/>
                  </a:lnTo>
                  <a:lnTo>
                    <a:pt x="941" y="1339"/>
                  </a:lnTo>
                  <a:lnTo>
                    <a:pt x="783" y="1148"/>
                  </a:lnTo>
                  <a:lnTo>
                    <a:pt x="618" y="960"/>
                  </a:lnTo>
                  <a:lnTo>
                    <a:pt x="446" y="777"/>
                  </a:lnTo>
                  <a:lnTo>
                    <a:pt x="271" y="596"/>
                  </a:lnTo>
                  <a:lnTo>
                    <a:pt x="257" y="583"/>
                  </a:lnTo>
                  <a:lnTo>
                    <a:pt x="247" y="572"/>
                  </a:lnTo>
                  <a:lnTo>
                    <a:pt x="240" y="560"/>
                  </a:lnTo>
                  <a:lnTo>
                    <a:pt x="237" y="549"/>
                  </a:lnTo>
                  <a:lnTo>
                    <a:pt x="238" y="540"/>
                  </a:lnTo>
                  <a:lnTo>
                    <a:pt x="243" y="535"/>
                  </a:lnTo>
                  <a:lnTo>
                    <a:pt x="253" y="531"/>
                  </a:lnTo>
                  <a:lnTo>
                    <a:pt x="266" y="528"/>
                  </a:lnTo>
                  <a:lnTo>
                    <a:pt x="283" y="527"/>
                  </a:lnTo>
                  <a:lnTo>
                    <a:pt x="301" y="528"/>
                  </a:lnTo>
                  <a:lnTo>
                    <a:pt x="321" y="531"/>
                  </a:lnTo>
                  <a:lnTo>
                    <a:pt x="338" y="538"/>
                  </a:lnTo>
                  <a:lnTo>
                    <a:pt x="352" y="547"/>
                  </a:lnTo>
                  <a:lnTo>
                    <a:pt x="524" y="731"/>
                  </a:lnTo>
                  <a:lnTo>
                    <a:pt x="690" y="919"/>
                  </a:lnTo>
                  <a:lnTo>
                    <a:pt x="851" y="1110"/>
                  </a:lnTo>
                  <a:lnTo>
                    <a:pt x="1005" y="1303"/>
                  </a:lnTo>
                  <a:lnTo>
                    <a:pt x="1155" y="1501"/>
                  </a:lnTo>
                  <a:lnTo>
                    <a:pt x="1299" y="1700"/>
                  </a:lnTo>
                  <a:lnTo>
                    <a:pt x="1436" y="1903"/>
                  </a:lnTo>
                  <a:lnTo>
                    <a:pt x="1567" y="2108"/>
                  </a:lnTo>
                  <a:lnTo>
                    <a:pt x="1694" y="2317"/>
                  </a:lnTo>
                  <a:lnTo>
                    <a:pt x="1814" y="2527"/>
                  </a:lnTo>
                  <a:lnTo>
                    <a:pt x="1928" y="2739"/>
                  </a:lnTo>
                  <a:lnTo>
                    <a:pt x="1937" y="2737"/>
                  </a:lnTo>
                  <a:lnTo>
                    <a:pt x="1824" y="2497"/>
                  </a:lnTo>
                  <a:lnTo>
                    <a:pt x="1704" y="2259"/>
                  </a:lnTo>
                  <a:lnTo>
                    <a:pt x="1579" y="2025"/>
                  </a:lnTo>
                  <a:lnTo>
                    <a:pt x="1447" y="1792"/>
                  </a:lnTo>
                  <a:lnTo>
                    <a:pt x="1308" y="1563"/>
                  </a:lnTo>
                  <a:lnTo>
                    <a:pt x="1162" y="1335"/>
                  </a:lnTo>
                  <a:lnTo>
                    <a:pt x="1012" y="1110"/>
                  </a:lnTo>
                  <a:lnTo>
                    <a:pt x="854" y="888"/>
                  </a:lnTo>
                  <a:lnTo>
                    <a:pt x="690" y="671"/>
                  </a:lnTo>
                  <a:lnTo>
                    <a:pt x="520" y="455"/>
                  </a:lnTo>
                  <a:lnTo>
                    <a:pt x="507" y="442"/>
                  </a:lnTo>
                  <a:lnTo>
                    <a:pt x="499" y="428"/>
                  </a:lnTo>
                  <a:lnTo>
                    <a:pt x="492" y="415"/>
                  </a:lnTo>
                  <a:lnTo>
                    <a:pt x="491" y="404"/>
                  </a:lnTo>
                  <a:lnTo>
                    <a:pt x="492" y="395"/>
                  </a:lnTo>
                  <a:lnTo>
                    <a:pt x="499" y="390"/>
                  </a:lnTo>
                  <a:lnTo>
                    <a:pt x="508" y="386"/>
                  </a:lnTo>
                  <a:lnTo>
                    <a:pt x="522" y="384"/>
                  </a:lnTo>
                  <a:lnTo>
                    <a:pt x="539" y="386"/>
                  </a:lnTo>
                  <a:lnTo>
                    <a:pt x="558" y="388"/>
                  </a:lnTo>
                  <a:lnTo>
                    <a:pt x="576" y="394"/>
                  </a:lnTo>
                  <a:lnTo>
                    <a:pt x="593" y="401"/>
                  </a:lnTo>
                  <a:lnTo>
                    <a:pt x="606" y="412"/>
                  </a:lnTo>
                  <a:lnTo>
                    <a:pt x="771" y="631"/>
                  </a:lnTo>
                  <a:lnTo>
                    <a:pt x="929" y="853"/>
                  </a:lnTo>
                  <a:lnTo>
                    <a:pt x="1083" y="1078"/>
                  </a:lnTo>
                  <a:lnTo>
                    <a:pt x="1229" y="1306"/>
                  </a:lnTo>
                  <a:lnTo>
                    <a:pt x="1369" y="1536"/>
                  </a:lnTo>
                  <a:lnTo>
                    <a:pt x="1503" y="1769"/>
                  </a:lnTo>
                  <a:lnTo>
                    <a:pt x="1630" y="2004"/>
                  </a:lnTo>
                  <a:lnTo>
                    <a:pt x="1752" y="2242"/>
                  </a:lnTo>
                  <a:lnTo>
                    <a:pt x="1867" y="2482"/>
                  </a:lnTo>
                  <a:lnTo>
                    <a:pt x="1975" y="2722"/>
                  </a:lnTo>
                  <a:lnTo>
                    <a:pt x="1985" y="2720"/>
                  </a:lnTo>
                  <a:lnTo>
                    <a:pt x="1879" y="2446"/>
                  </a:lnTo>
                  <a:lnTo>
                    <a:pt x="1766" y="2174"/>
                  </a:lnTo>
                  <a:lnTo>
                    <a:pt x="1646" y="1904"/>
                  </a:lnTo>
                  <a:lnTo>
                    <a:pt x="1519" y="1636"/>
                  </a:lnTo>
                  <a:lnTo>
                    <a:pt x="1386" y="1371"/>
                  </a:lnTo>
                  <a:lnTo>
                    <a:pt x="1245" y="1108"/>
                  </a:lnTo>
                  <a:lnTo>
                    <a:pt x="1098" y="847"/>
                  </a:lnTo>
                  <a:lnTo>
                    <a:pt x="944" y="589"/>
                  </a:lnTo>
                  <a:lnTo>
                    <a:pt x="783" y="333"/>
                  </a:lnTo>
                  <a:lnTo>
                    <a:pt x="772" y="318"/>
                  </a:lnTo>
                  <a:lnTo>
                    <a:pt x="766" y="303"/>
                  </a:lnTo>
                  <a:lnTo>
                    <a:pt x="762" y="290"/>
                  </a:lnTo>
                  <a:lnTo>
                    <a:pt x="762" y="278"/>
                  </a:lnTo>
                  <a:lnTo>
                    <a:pt x="765" y="269"/>
                  </a:lnTo>
                  <a:lnTo>
                    <a:pt x="771" y="264"/>
                  </a:lnTo>
                  <a:lnTo>
                    <a:pt x="782" y="263"/>
                  </a:lnTo>
                  <a:lnTo>
                    <a:pt x="795" y="263"/>
                  </a:lnTo>
                  <a:lnTo>
                    <a:pt x="812" y="264"/>
                  </a:lnTo>
                  <a:lnTo>
                    <a:pt x="830" y="269"/>
                  </a:lnTo>
                  <a:lnTo>
                    <a:pt x="847" y="276"/>
                  </a:lnTo>
                  <a:lnTo>
                    <a:pt x="863" y="285"/>
                  </a:lnTo>
                  <a:lnTo>
                    <a:pt x="876" y="298"/>
                  </a:lnTo>
                  <a:lnTo>
                    <a:pt x="1030" y="556"/>
                  </a:lnTo>
                  <a:lnTo>
                    <a:pt x="1177" y="818"/>
                  </a:lnTo>
                  <a:lnTo>
                    <a:pt x="1318" y="1082"/>
                  </a:lnTo>
                  <a:lnTo>
                    <a:pt x="1453" y="1348"/>
                  </a:lnTo>
                  <a:lnTo>
                    <a:pt x="1580" y="1616"/>
                  </a:lnTo>
                  <a:lnTo>
                    <a:pt x="1702" y="1886"/>
                  </a:lnTo>
                  <a:lnTo>
                    <a:pt x="1816" y="2160"/>
                  </a:lnTo>
                  <a:lnTo>
                    <a:pt x="1923" y="2433"/>
                  </a:lnTo>
                  <a:lnTo>
                    <a:pt x="2025" y="2709"/>
                  </a:lnTo>
                  <a:lnTo>
                    <a:pt x="2034" y="2707"/>
                  </a:lnTo>
                  <a:lnTo>
                    <a:pt x="1937" y="2391"/>
                  </a:lnTo>
                  <a:lnTo>
                    <a:pt x="1834" y="2077"/>
                  </a:lnTo>
                  <a:lnTo>
                    <a:pt x="1723" y="1766"/>
                  </a:lnTo>
                  <a:lnTo>
                    <a:pt x="1605" y="1455"/>
                  </a:lnTo>
                  <a:lnTo>
                    <a:pt x="1479" y="1146"/>
                  </a:lnTo>
                  <a:lnTo>
                    <a:pt x="1347" y="840"/>
                  </a:lnTo>
                  <a:lnTo>
                    <a:pt x="1208" y="535"/>
                  </a:lnTo>
                  <a:lnTo>
                    <a:pt x="1062" y="234"/>
                  </a:lnTo>
                  <a:lnTo>
                    <a:pt x="1053" y="217"/>
                  </a:lnTo>
                  <a:lnTo>
                    <a:pt x="1047" y="201"/>
                  </a:lnTo>
                  <a:lnTo>
                    <a:pt x="1045" y="187"/>
                  </a:lnTo>
                  <a:lnTo>
                    <a:pt x="1046" y="175"/>
                  </a:lnTo>
                  <a:lnTo>
                    <a:pt x="1050" y="166"/>
                  </a:lnTo>
                  <a:lnTo>
                    <a:pt x="1058" y="161"/>
                  </a:lnTo>
                  <a:lnTo>
                    <a:pt x="1068" y="161"/>
                  </a:lnTo>
                  <a:lnTo>
                    <a:pt x="1083" y="162"/>
                  </a:lnTo>
                  <a:lnTo>
                    <a:pt x="1098" y="164"/>
                  </a:lnTo>
                  <a:lnTo>
                    <a:pt x="1115" y="171"/>
                  </a:lnTo>
                  <a:lnTo>
                    <a:pt x="1132" y="180"/>
                  </a:lnTo>
                  <a:lnTo>
                    <a:pt x="1147" y="191"/>
                  </a:lnTo>
                  <a:lnTo>
                    <a:pt x="1157" y="205"/>
                  </a:lnTo>
                  <a:lnTo>
                    <a:pt x="1296" y="510"/>
                  </a:lnTo>
                  <a:lnTo>
                    <a:pt x="1428" y="818"/>
                  </a:lnTo>
                  <a:lnTo>
                    <a:pt x="1553" y="1127"/>
                  </a:lnTo>
                  <a:lnTo>
                    <a:pt x="1672" y="1438"/>
                  </a:lnTo>
                  <a:lnTo>
                    <a:pt x="1783" y="1751"/>
                  </a:lnTo>
                  <a:lnTo>
                    <a:pt x="1886" y="2065"/>
                  </a:lnTo>
                  <a:lnTo>
                    <a:pt x="1985" y="2381"/>
                  </a:lnTo>
                  <a:lnTo>
                    <a:pt x="2076" y="2698"/>
                  </a:lnTo>
                  <a:lnTo>
                    <a:pt x="2087" y="2696"/>
                  </a:lnTo>
                  <a:lnTo>
                    <a:pt x="2003" y="2330"/>
                  </a:lnTo>
                  <a:lnTo>
                    <a:pt x="1911" y="1964"/>
                  </a:lnTo>
                  <a:lnTo>
                    <a:pt x="1813" y="1599"/>
                  </a:lnTo>
                  <a:lnTo>
                    <a:pt x="1708" y="1237"/>
                  </a:lnTo>
                  <a:lnTo>
                    <a:pt x="1596" y="874"/>
                  </a:lnTo>
                  <a:lnTo>
                    <a:pt x="1477" y="514"/>
                  </a:lnTo>
                  <a:lnTo>
                    <a:pt x="1351" y="155"/>
                  </a:lnTo>
                  <a:lnTo>
                    <a:pt x="1344" y="138"/>
                  </a:lnTo>
                  <a:lnTo>
                    <a:pt x="1341" y="121"/>
                  </a:lnTo>
                  <a:lnTo>
                    <a:pt x="1341" y="107"/>
                  </a:lnTo>
                  <a:lnTo>
                    <a:pt x="1343" y="95"/>
                  </a:lnTo>
                  <a:lnTo>
                    <a:pt x="1348" y="87"/>
                  </a:lnTo>
                  <a:lnTo>
                    <a:pt x="1356" y="82"/>
                  </a:lnTo>
                  <a:lnTo>
                    <a:pt x="1367" y="82"/>
                  </a:lnTo>
                  <a:lnTo>
                    <a:pt x="1381" y="85"/>
                  </a:lnTo>
                  <a:lnTo>
                    <a:pt x="1397" y="90"/>
                  </a:lnTo>
                  <a:lnTo>
                    <a:pt x="1413" y="98"/>
                  </a:lnTo>
                  <a:lnTo>
                    <a:pt x="1428" y="108"/>
                  </a:lnTo>
                  <a:lnTo>
                    <a:pt x="1441" y="120"/>
                  </a:lnTo>
                  <a:lnTo>
                    <a:pt x="1450" y="134"/>
                  </a:lnTo>
                  <a:lnTo>
                    <a:pt x="1567" y="496"/>
                  </a:lnTo>
                  <a:lnTo>
                    <a:pt x="1677" y="858"/>
                  </a:lnTo>
                  <a:lnTo>
                    <a:pt x="1780" y="1224"/>
                  </a:lnTo>
                  <a:lnTo>
                    <a:pt x="1877" y="1589"/>
                  </a:lnTo>
                  <a:lnTo>
                    <a:pt x="1968" y="1954"/>
                  </a:lnTo>
                  <a:lnTo>
                    <a:pt x="2051" y="2322"/>
                  </a:lnTo>
                  <a:lnTo>
                    <a:pt x="2129" y="2690"/>
                  </a:lnTo>
                  <a:lnTo>
                    <a:pt x="2139" y="2690"/>
                  </a:lnTo>
                  <a:lnTo>
                    <a:pt x="2074" y="2256"/>
                  </a:lnTo>
                  <a:lnTo>
                    <a:pt x="2002" y="1823"/>
                  </a:lnTo>
                  <a:lnTo>
                    <a:pt x="1923" y="1392"/>
                  </a:lnTo>
                  <a:lnTo>
                    <a:pt x="1838" y="962"/>
                  </a:lnTo>
                  <a:lnTo>
                    <a:pt x="1746" y="531"/>
                  </a:lnTo>
                  <a:lnTo>
                    <a:pt x="1648" y="102"/>
                  </a:lnTo>
                  <a:lnTo>
                    <a:pt x="1644" y="79"/>
                  </a:lnTo>
                  <a:lnTo>
                    <a:pt x="1644" y="61"/>
                  </a:lnTo>
                  <a:lnTo>
                    <a:pt x="1648" y="44"/>
                  </a:lnTo>
                  <a:lnTo>
                    <a:pt x="1655" y="34"/>
                  </a:lnTo>
                  <a:lnTo>
                    <a:pt x="1665" y="28"/>
                  </a:lnTo>
                  <a:lnTo>
                    <a:pt x="1674" y="28"/>
                  </a:lnTo>
                  <a:lnTo>
                    <a:pt x="1689" y="32"/>
                  </a:lnTo>
                  <a:lnTo>
                    <a:pt x="1703" y="39"/>
                  </a:lnTo>
                  <a:lnTo>
                    <a:pt x="1719" y="48"/>
                  </a:lnTo>
                  <a:lnTo>
                    <a:pt x="1733" y="60"/>
                  </a:lnTo>
                  <a:lnTo>
                    <a:pt x="1744" y="74"/>
                  </a:lnTo>
                  <a:lnTo>
                    <a:pt x="1750" y="90"/>
                  </a:lnTo>
                  <a:lnTo>
                    <a:pt x="1854" y="607"/>
                  </a:lnTo>
                  <a:lnTo>
                    <a:pt x="1948" y="1125"/>
                  </a:lnTo>
                  <a:lnTo>
                    <a:pt x="2034" y="1645"/>
                  </a:lnTo>
                  <a:lnTo>
                    <a:pt x="2113" y="2165"/>
                  </a:lnTo>
                  <a:lnTo>
                    <a:pt x="2182" y="2686"/>
                  </a:lnTo>
                  <a:lnTo>
                    <a:pt x="2187" y="2684"/>
                  </a:lnTo>
                  <a:lnTo>
                    <a:pt x="2193" y="2684"/>
                  </a:lnTo>
                  <a:lnTo>
                    <a:pt x="2143" y="2031"/>
                  </a:lnTo>
                  <a:lnTo>
                    <a:pt x="2087" y="1378"/>
                  </a:lnTo>
                  <a:lnTo>
                    <a:pt x="2023" y="725"/>
                  </a:lnTo>
                  <a:lnTo>
                    <a:pt x="1952" y="73"/>
                  </a:lnTo>
                  <a:lnTo>
                    <a:pt x="1952" y="51"/>
                  </a:lnTo>
                  <a:lnTo>
                    <a:pt x="1953" y="31"/>
                  </a:lnTo>
                  <a:lnTo>
                    <a:pt x="1960" y="15"/>
                  </a:lnTo>
                  <a:lnTo>
                    <a:pt x="1968" y="5"/>
                  </a:lnTo>
                  <a:lnTo>
                    <a:pt x="1978" y="1"/>
                  </a:lnTo>
                  <a:lnTo>
                    <a:pt x="1989" y="2"/>
                  </a:lnTo>
                  <a:lnTo>
                    <a:pt x="2002" y="7"/>
                  </a:lnTo>
                  <a:lnTo>
                    <a:pt x="2016" y="15"/>
                  </a:lnTo>
                  <a:lnTo>
                    <a:pt x="2029" y="26"/>
                  </a:lnTo>
                  <a:lnTo>
                    <a:pt x="2042" y="38"/>
                  </a:lnTo>
                  <a:lnTo>
                    <a:pt x="2051" y="53"/>
                  </a:lnTo>
                  <a:lnTo>
                    <a:pt x="2055" y="69"/>
                  </a:lnTo>
                  <a:lnTo>
                    <a:pt x="2122" y="911"/>
                  </a:lnTo>
                  <a:lnTo>
                    <a:pt x="2181" y="1752"/>
                  </a:lnTo>
                  <a:lnTo>
                    <a:pt x="2232" y="2594"/>
                  </a:lnTo>
                  <a:lnTo>
                    <a:pt x="2241" y="1332"/>
                  </a:lnTo>
                  <a:lnTo>
                    <a:pt x="2258" y="69"/>
                  </a:lnTo>
                  <a:lnTo>
                    <a:pt x="2261" y="47"/>
                  </a:lnTo>
                  <a:lnTo>
                    <a:pt x="2266" y="27"/>
                  </a:lnTo>
                  <a:lnTo>
                    <a:pt x="2274" y="13"/>
                  </a:lnTo>
                  <a:lnTo>
                    <a:pt x="2283" y="2"/>
                  </a:lnTo>
                  <a:lnTo>
                    <a:pt x="2295" y="0"/>
                  </a:lnTo>
                  <a:close/>
                </a:path>
              </a:pathLst>
            </a:custGeom>
            <a:solidFill>
              <a:srgbClr val="00ABA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lIns="86257" tIns="43129" rIns="86257" bIns="43129"/>
            <a:lstStyle/>
            <a:p>
              <a:pPr eaLnBrk="1" hangingPunct="1">
                <a:defRPr/>
              </a:pPr>
              <a:endParaRPr lang="en-US" sz="1698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2859205" y="1770916"/>
            <a:ext cx="1710856" cy="754063"/>
          </a:xfrm>
          <a:prstGeom prst="round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1600" b="1" dirty="0">
                <a:solidFill>
                  <a:schemeClr val="tx1"/>
                </a:solidFill>
              </a:rPr>
              <a:t>IP-VPN (MPLS)</a:t>
            </a:r>
          </a:p>
        </p:txBody>
      </p:sp>
      <p:sp>
        <p:nvSpPr>
          <p:cNvPr id="19" name="TextBox 2"/>
          <p:cNvSpPr txBox="1">
            <a:spLocks noChangeArrowheads="1"/>
          </p:cNvSpPr>
          <p:nvPr/>
        </p:nvSpPr>
        <p:spPr bwMode="auto">
          <a:xfrm>
            <a:off x="4794420" y="1770916"/>
            <a:ext cx="4557452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2"/>
                </a:solidFill>
                <a:latin typeface="Aria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Multi-site managed networking solution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Typically lower bandwidth (100Mbps and less) 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Off-net plays a key role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Customer does not need layer 3 routing skills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732640" y="2924794"/>
            <a:ext cx="8464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59205" y="3340861"/>
            <a:ext cx="1710856" cy="754063"/>
          </a:xfrm>
          <a:prstGeom prst="round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1800" b="1" dirty="0">
                <a:solidFill>
                  <a:schemeClr val="tx1"/>
                </a:solidFill>
              </a:rPr>
              <a:t>Ethernet / </a:t>
            </a:r>
            <a:r>
              <a:rPr lang="en-GB" sz="1400" b="1" dirty="0">
                <a:solidFill>
                  <a:schemeClr val="tx1"/>
                </a:solidFill>
              </a:rPr>
              <a:t>Private Ethernet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732640" y="4499969"/>
            <a:ext cx="84645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"/>
          <p:cNvSpPr txBox="1">
            <a:spLocks noChangeArrowheads="1"/>
          </p:cNvSpPr>
          <p:nvPr/>
        </p:nvSpPr>
        <p:spPr bwMode="auto">
          <a:xfrm>
            <a:off x="4779514" y="3213861"/>
            <a:ext cx="4572358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2"/>
                </a:solidFill>
                <a:latin typeface="Aria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Usually two site solution (but can be multiple)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Typically 100Mbps-10Gbps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Colt’s on-net footprint is key focus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Customer DOES need layer 3 routing skills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altLang="en-US" sz="1600" dirty="0"/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sp>
        <p:nvSpPr>
          <p:cNvPr id="24" name="Rounded Rectangle 23"/>
          <p:cNvSpPr/>
          <p:nvPr/>
        </p:nvSpPr>
        <p:spPr>
          <a:xfrm>
            <a:off x="2859205" y="4821437"/>
            <a:ext cx="1710856" cy="754063"/>
          </a:xfrm>
          <a:prstGeom prst="roundRect">
            <a:avLst/>
          </a:prstGeom>
          <a:solidFill>
            <a:schemeClr val="accent3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GB" sz="1800" b="1" dirty="0">
                <a:solidFill>
                  <a:schemeClr val="tx1"/>
                </a:solidFill>
              </a:rPr>
              <a:t>Wave /</a:t>
            </a:r>
            <a:br>
              <a:rPr lang="en-GB" sz="1800" b="1" dirty="0">
                <a:solidFill>
                  <a:schemeClr val="tx1"/>
                </a:solidFill>
              </a:rPr>
            </a:br>
            <a:r>
              <a:rPr lang="en-GB" sz="1400" b="1" dirty="0">
                <a:solidFill>
                  <a:schemeClr val="tx1"/>
                </a:solidFill>
              </a:rPr>
              <a:t>Private Wave</a:t>
            </a:r>
          </a:p>
        </p:txBody>
      </p:sp>
      <p:sp>
        <p:nvSpPr>
          <p:cNvPr id="25" name="TextBox 2"/>
          <p:cNvSpPr txBox="1">
            <a:spLocks noChangeArrowheads="1"/>
          </p:cNvSpPr>
          <p:nvPr/>
        </p:nvSpPr>
        <p:spPr bwMode="auto">
          <a:xfrm>
            <a:off x="4779514" y="4798439"/>
            <a:ext cx="4290596" cy="881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2"/>
                </a:solidFill>
                <a:latin typeface="Aria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Highest bandwidths </a:t>
            </a:r>
            <a:r>
              <a:rPr lang="en-GB" altLang="en-US" sz="1600"/>
              <a:t>(10Gbps </a:t>
            </a:r>
            <a:r>
              <a:rPr lang="en-GB" altLang="en-US" sz="1600" dirty="0"/>
              <a:t>&amp; 100Gbps) 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On-net only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altLang="en-US" sz="1600" dirty="0"/>
              <a:t>Typically supports backbone networks </a:t>
            </a:r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altLang="en-US" sz="1600" dirty="0"/>
          </a:p>
          <a:p>
            <a:pPr marL="285750" indent="-28575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GB" alt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9840416" y="1941673"/>
            <a:ext cx="1775770" cy="6631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2400" b="1" i="1" dirty="0"/>
              <a:t>Layer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40416" y="3236841"/>
            <a:ext cx="1775770" cy="6631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2400" b="1" i="1" dirty="0"/>
              <a:t>Layer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0416" y="4621755"/>
            <a:ext cx="1775770" cy="663139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2400" b="1" i="1" dirty="0"/>
              <a:t>Layer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6400" y="1205447"/>
            <a:ext cx="2100447" cy="360040"/>
          </a:xfrm>
          <a:prstGeom prst="rect">
            <a:avLst/>
          </a:prstGeom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GB" sz="2800" b="1" i="1" u="sng" dirty="0"/>
              <a:t>OSI Model*</a:t>
            </a:r>
          </a:p>
        </p:txBody>
      </p:sp>
      <p:sp>
        <p:nvSpPr>
          <p:cNvPr id="30" name="TextBox 2">
            <a:extLst>
              <a:ext uri="{FF2B5EF4-FFF2-40B4-BE49-F238E27FC236}">
                <a16:creationId xmlns:a16="http://schemas.microsoft.com/office/drawing/2014/main" id="{7BD2A68C-E042-49D5-B87D-334F6C5DF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5627" y="6164287"/>
            <a:ext cx="4290596" cy="478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>
            <a:lvl1pPr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300"/>
              </a:spcBef>
              <a:buFont typeface="Arial" pitchFamily="34" charset="0"/>
              <a:defRPr>
                <a:solidFill>
                  <a:schemeClr val="tx2"/>
                </a:solidFill>
                <a:latin typeface="Arial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300"/>
              </a:spcBef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300"/>
              </a:spcBef>
              <a:spcAft>
                <a:spcPct val="0"/>
              </a:spcAft>
              <a:buFont typeface="Arial" pitchFamily="34" charset="0"/>
              <a:buChar char="―"/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GB" altLang="en-US" sz="1600" dirty="0">
                <a:latin typeface="Arial"/>
                <a:cs typeface="Arial"/>
              </a:rPr>
              <a:t>* See slide 16 for OSI Stack Moel</a:t>
            </a:r>
            <a:endParaRPr lang="en-GB" altLang="en-US" sz="1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610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C4D31-21A5-DCFF-1632-84BEE1152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9B2375-E86A-CFEC-7735-01ABAABD98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Wave and Ethernet </a:t>
            </a:r>
          </a:p>
        </p:txBody>
      </p:sp>
    </p:spTree>
    <p:extLst>
      <p:ext uri="{BB962C8B-B14F-4D97-AF65-F5344CB8AC3E}">
        <p14:creationId xmlns:p14="http://schemas.microsoft.com/office/powerpoint/2010/main" val="345825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43E306-2DEF-A43F-0B1A-6D31E8773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030" y="229105"/>
            <a:ext cx="9732940" cy="261792"/>
          </a:xfrm>
        </p:spPr>
        <p:txBody>
          <a:bodyPr/>
          <a:lstStyle/>
          <a:p>
            <a:r>
              <a:rPr lang="fr-FR" dirty="0"/>
              <a:t>Asia Siebel migration to global </a:t>
            </a:r>
            <a:r>
              <a:rPr lang="fr-FR" dirty="0" err="1"/>
              <a:t>siebEl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688840-2858-EF6C-BBFA-F0C491D94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0" y="1651823"/>
            <a:ext cx="11437738" cy="484617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sz="1900" b="1" dirty="0"/>
              <a:t>A </a:t>
            </a:r>
            <a:r>
              <a:rPr lang="fr-FR" sz="1900" b="1" dirty="0" err="1"/>
              <a:t>Series</a:t>
            </a:r>
            <a:r>
              <a:rPr lang="fr-FR" sz="1900" b="1" dirty="0"/>
              <a:t> of meeting </a:t>
            </a:r>
            <a:r>
              <a:rPr lang="fr-FR" sz="1900" b="1" dirty="0" err="1"/>
              <a:t>was</a:t>
            </a:r>
            <a:r>
              <a:rPr lang="fr-FR" sz="1900" b="1" dirty="0"/>
              <a:t> </a:t>
            </a:r>
            <a:r>
              <a:rPr lang="fr-FR" sz="1900" b="1" dirty="0" err="1"/>
              <a:t>started</a:t>
            </a:r>
            <a:r>
              <a:rPr lang="fr-FR" sz="1900" b="1" dirty="0"/>
              <a:t> </a:t>
            </a:r>
            <a:r>
              <a:rPr lang="fr-FR" sz="1900" b="1" dirty="0" err="1"/>
              <a:t>with</a:t>
            </a:r>
            <a:r>
              <a:rPr lang="fr-FR" sz="1900" b="1" dirty="0"/>
              <a:t> Product and DIO BPA to: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300"/>
              </a:spcAft>
            </a:pPr>
            <a:r>
              <a:rPr lang="fr-FR" sz="1900" dirty="0"/>
              <a:t>Validate the mapping of Asia Siebel </a:t>
            </a:r>
            <a:r>
              <a:rPr lang="fr-FR" sz="1900" dirty="0" err="1"/>
              <a:t>with</a:t>
            </a:r>
            <a:r>
              <a:rPr lang="fr-FR" sz="1900" dirty="0"/>
              <a:t> EU Siebel of Ethernet services : Ethernet Line, Ethernet </a:t>
            </a:r>
            <a:r>
              <a:rPr lang="fr-FR" sz="1900" dirty="0" err="1"/>
              <a:t>Hub&amp;Spoke</a:t>
            </a:r>
            <a:r>
              <a:rPr lang="fr-FR" sz="1900" dirty="0"/>
              <a:t>, Ethernet VPN and DCA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sz="1900" dirty="0"/>
              <a:t>Understand Ethernet Product Variants and </a:t>
            </a:r>
            <a:r>
              <a:rPr lang="fr-FR" sz="1900" dirty="0" err="1"/>
              <a:t>their</a:t>
            </a:r>
            <a:r>
              <a:rPr lang="fr-FR" sz="1900" dirty="0"/>
              <a:t> volumes</a:t>
            </a:r>
          </a:p>
          <a:p>
            <a:pPr>
              <a:lnSpc>
                <a:spcPct val="95000"/>
              </a:lnSpc>
              <a:spcBef>
                <a:spcPts val="1200"/>
              </a:spcBef>
              <a:spcAft>
                <a:spcPts val="300"/>
              </a:spcAft>
            </a:pPr>
            <a:r>
              <a:rPr lang="fr-FR" sz="1900" dirty="0"/>
              <a:t>Drive classification of </a:t>
            </a:r>
            <a:r>
              <a:rPr lang="fr-FR" sz="1900" dirty="0" err="1"/>
              <a:t>each</a:t>
            </a:r>
            <a:r>
              <a:rPr lang="fr-FR" sz="1900" dirty="0"/>
              <a:t> Product variant </a:t>
            </a:r>
            <a:r>
              <a:rPr lang="fr-FR" sz="1900" dirty="0" err="1"/>
              <a:t>into</a:t>
            </a:r>
            <a:r>
              <a:rPr lang="fr-FR" sz="1900" dirty="0"/>
              <a:t> the 4 </a:t>
            </a:r>
            <a:r>
              <a:rPr lang="fr-FR" sz="1900" dirty="0" err="1"/>
              <a:t>categories</a:t>
            </a:r>
            <a:endParaRPr lang="fr-FR" sz="1900" dirty="0"/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300"/>
              </a:spcAft>
            </a:pPr>
            <a:r>
              <a:rPr lang="fr-FR" dirty="0"/>
              <a:t>1 – No </a:t>
            </a:r>
            <a:r>
              <a:rPr lang="fr-FR" dirty="0" err="1"/>
              <a:t>difference</a:t>
            </a:r>
            <a:r>
              <a:rPr lang="fr-FR" dirty="0"/>
              <a:t> in ASIA to EU Siebel Product </a:t>
            </a:r>
            <a:r>
              <a:rPr lang="fr-FR" dirty="0" err="1"/>
              <a:t>features</a:t>
            </a:r>
            <a:r>
              <a:rPr lang="fr-FR" dirty="0"/>
              <a:t> (1 to 1 mapping). </a:t>
            </a:r>
            <a:r>
              <a:rPr lang="fr-FR" dirty="0" err="1"/>
              <a:t>Migrate</a:t>
            </a:r>
            <a:r>
              <a:rPr lang="fr-FR" dirty="0"/>
              <a:t> </a:t>
            </a:r>
            <a:r>
              <a:rPr lang="fr-FR" dirty="0" err="1"/>
              <a:t>directly</a:t>
            </a:r>
            <a:r>
              <a:rPr lang="fr-FR" dirty="0"/>
              <a:t> without </a:t>
            </a:r>
            <a:r>
              <a:rPr lang="fr-FR" dirty="0" err="1"/>
              <a:t>any</a:t>
            </a:r>
            <a:r>
              <a:rPr lang="fr-FR" dirty="0"/>
              <a:t> </a:t>
            </a:r>
            <a:r>
              <a:rPr lang="fr-FR" dirty="0" err="1"/>
              <a:t>product</a:t>
            </a:r>
            <a:r>
              <a:rPr lang="fr-FR" dirty="0"/>
              <a:t> changes. </a:t>
            </a:r>
            <a:br>
              <a:rPr lang="fr-FR" dirty="0"/>
            </a:br>
            <a:r>
              <a:rPr lang="fr-FR" dirty="0"/>
              <a:t>Volume ~3750 items – Revenue/</a:t>
            </a:r>
            <a:r>
              <a:rPr lang="fr-FR" dirty="0" err="1"/>
              <a:t>month</a:t>
            </a:r>
            <a:r>
              <a:rPr lang="fr-FR" dirty="0"/>
              <a:t> : 2 073 580 €/</a:t>
            </a:r>
            <a:r>
              <a:rPr lang="fr-FR" dirty="0" err="1"/>
              <a:t>month</a:t>
            </a:r>
            <a:endParaRPr lang="fr-FR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fr-FR" dirty="0"/>
              <a:t>2 – Small </a:t>
            </a:r>
            <a:r>
              <a:rPr lang="fr-FR" dirty="0" err="1"/>
              <a:t>feature</a:t>
            </a:r>
            <a:r>
              <a:rPr lang="fr-FR" dirty="0"/>
              <a:t> </a:t>
            </a:r>
            <a:r>
              <a:rPr lang="fr-FR" dirty="0" err="1"/>
              <a:t>difference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Source and Target Product. </a:t>
            </a:r>
            <a:r>
              <a:rPr lang="fr-FR" dirty="0" err="1"/>
              <a:t>Migrate</a:t>
            </a:r>
            <a:r>
              <a:rPr lang="fr-FR" dirty="0"/>
              <a:t> </a:t>
            </a:r>
            <a:r>
              <a:rPr lang="fr-FR" dirty="0" err="1"/>
              <a:t>after</a:t>
            </a:r>
            <a:r>
              <a:rPr lang="fr-FR" dirty="0"/>
              <a:t> Product </a:t>
            </a:r>
            <a:r>
              <a:rPr lang="fr-FR" dirty="0" err="1"/>
              <a:t>enhancement</a:t>
            </a:r>
            <a:r>
              <a:rPr lang="fr-FR" dirty="0"/>
              <a:t> in EU Product.</a:t>
            </a:r>
            <a:br>
              <a:rPr lang="fr-FR" dirty="0"/>
            </a:br>
            <a:r>
              <a:rPr lang="fr-FR" dirty="0"/>
              <a:t>Volume ~ 132 items  – Revenue/</a:t>
            </a:r>
            <a:r>
              <a:rPr lang="fr-FR" dirty="0" err="1"/>
              <a:t>month</a:t>
            </a:r>
            <a:r>
              <a:rPr lang="fr-FR" dirty="0"/>
              <a:t> : 60 544 €/</a:t>
            </a:r>
            <a:r>
              <a:rPr lang="fr-FR" dirty="0" err="1"/>
              <a:t>month</a:t>
            </a:r>
            <a:endParaRPr lang="fr-FR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fr-FR" dirty="0"/>
              <a:t>3 – </a:t>
            </a:r>
            <a:r>
              <a:rPr lang="fr-FR" dirty="0" err="1"/>
              <a:t>Products</a:t>
            </a:r>
            <a:r>
              <a:rPr lang="fr-FR" dirty="0"/>
              <a:t> are </a:t>
            </a:r>
            <a:r>
              <a:rPr lang="fr-FR" dirty="0" err="1"/>
              <a:t>EtherXen</a:t>
            </a:r>
            <a:r>
              <a:rPr lang="fr-FR" dirty="0"/>
              <a:t> and are end of Sale for 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years</a:t>
            </a:r>
            <a:r>
              <a:rPr lang="fr-FR" dirty="0"/>
              <a:t> but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required</a:t>
            </a:r>
            <a:r>
              <a:rPr lang="fr-FR" dirty="0"/>
              <a:t> for </a:t>
            </a:r>
            <a:r>
              <a:rPr lang="fr-FR" dirty="0" err="1"/>
              <a:t>ongoing</a:t>
            </a:r>
            <a:r>
              <a:rPr lang="fr-FR" dirty="0"/>
              <a:t> </a:t>
            </a:r>
            <a:r>
              <a:rPr lang="fr-FR" dirty="0" err="1"/>
              <a:t>billing</a:t>
            </a:r>
            <a:r>
              <a:rPr lang="fr-FR" dirty="0"/>
              <a:t>. </a:t>
            </a:r>
            <a:r>
              <a:rPr lang="fr-FR" dirty="0" err="1"/>
              <a:t>Migrate</a:t>
            </a:r>
            <a:r>
              <a:rPr lang="fr-FR" dirty="0"/>
              <a:t> as </a:t>
            </a:r>
            <a:r>
              <a:rPr lang="fr-FR" dirty="0" err="1"/>
              <a:t>Billing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for </a:t>
            </a:r>
            <a:r>
              <a:rPr lang="fr-FR" dirty="0" err="1"/>
              <a:t>continuity</a:t>
            </a:r>
            <a:r>
              <a:rPr lang="fr-FR" dirty="0"/>
              <a:t> of </a:t>
            </a:r>
            <a:r>
              <a:rPr lang="fr-FR" dirty="0" err="1"/>
              <a:t>customer</a:t>
            </a:r>
            <a:r>
              <a:rPr lang="fr-FR" dirty="0"/>
              <a:t> </a:t>
            </a:r>
            <a:r>
              <a:rPr lang="fr-FR" dirty="0" err="1"/>
              <a:t>billing</a:t>
            </a:r>
            <a:r>
              <a:rPr lang="fr-FR" dirty="0"/>
              <a:t> : no </a:t>
            </a:r>
            <a:r>
              <a:rPr lang="fr-FR" dirty="0" err="1"/>
              <a:t>ModTech</a:t>
            </a:r>
            <a:r>
              <a:rPr lang="fr-FR" dirty="0"/>
              <a:t> and </a:t>
            </a:r>
            <a:r>
              <a:rPr lang="fr-FR" dirty="0" err="1"/>
              <a:t>Cease</a:t>
            </a:r>
            <a:r>
              <a:rPr lang="fr-FR" dirty="0"/>
              <a:t> </a:t>
            </a:r>
            <a:r>
              <a:rPr lang="fr-FR" dirty="0" err="1"/>
              <a:t>supported</a:t>
            </a:r>
            <a:r>
              <a:rPr lang="fr-FR" dirty="0"/>
              <a:t>. </a:t>
            </a:r>
            <a:r>
              <a:rPr lang="fr-FR" i="1" dirty="0"/>
              <a:t>(End of Life programme to </a:t>
            </a:r>
            <a:r>
              <a:rPr lang="fr-FR" i="1" dirty="0" err="1"/>
              <a:t>be</a:t>
            </a:r>
            <a:r>
              <a:rPr lang="fr-FR" i="1" dirty="0"/>
              <a:t> </a:t>
            </a:r>
            <a:r>
              <a:rPr lang="fr-FR" i="1" dirty="0" err="1"/>
              <a:t>triggered</a:t>
            </a:r>
            <a:r>
              <a:rPr lang="fr-FR" i="1" dirty="0"/>
              <a:t> at </a:t>
            </a:r>
            <a:r>
              <a:rPr lang="fr-FR" i="1" dirty="0" err="1"/>
              <a:t>some</a:t>
            </a:r>
            <a:r>
              <a:rPr lang="fr-FR" i="1" dirty="0"/>
              <a:t> point )</a:t>
            </a:r>
            <a:br>
              <a:rPr lang="fr-FR" dirty="0"/>
            </a:br>
            <a:r>
              <a:rPr lang="fr-FR" dirty="0"/>
              <a:t>Volume ~ 213 items – Revenue/</a:t>
            </a:r>
            <a:r>
              <a:rPr lang="fr-FR" dirty="0" err="1"/>
              <a:t>month</a:t>
            </a:r>
            <a:r>
              <a:rPr lang="fr-FR" dirty="0"/>
              <a:t> : 87 884 €/</a:t>
            </a:r>
            <a:r>
              <a:rPr lang="fr-FR" dirty="0" err="1"/>
              <a:t>month</a:t>
            </a:r>
            <a:endParaRPr lang="fr-FR" dirty="0"/>
          </a:p>
          <a:p>
            <a:pPr lvl="1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</a:pPr>
            <a:r>
              <a:rPr lang="fr-FR" dirty="0"/>
              <a:t>4 – Product has </a:t>
            </a:r>
            <a:r>
              <a:rPr lang="fr-FR" dirty="0" err="1"/>
              <a:t>reached</a:t>
            </a:r>
            <a:r>
              <a:rPr lang="fr-FR" dirty="0"/>
              <a:t> EOS and EOL. No Migration </a:t>
            </a:r>
            <a:r>
              <a:rPr lang="fr-FR" dirty="0" err="1"/>
              <a:t>required</a:t>
            </a:r>
            <a:r>
              <a:rPr lang="fr-FR" dirty="0"/>
              <a:t>. Volume ~ 275 items – Revenue/</a:t>
            </a:r>
            <a:r>
              <a:rPr lang="fr-FR" dirty="0" err="1"/>
              <a:t>month</a:t>
            </a:r>
            <a:r>
              <a:rPr lang="fr-FR" dirty="0"/>
              <a:t> : 0 €/</a:t>
            </a:r>
            <a:r>
              <a:rPr lang="fr-FR" dirty="0" err="1"/>
              <a:t>month</a:t>
            </a:r>
            <a:endParaRPr lang="fr-FR" dirty="0"/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sz="1900" dirty="0" err="1"/>
              <a:t>Generate</a:t>
            </a:r>
            <a:r>
              <a:rPr lang="fr-FR" sz="1900" dirty="0"/>
              <a:t> </a:t>
            </a:r>
            <a:r>
              <a:rPr lang="fr-FR" sz="1900" dirty="0" err="1"/>
              <a:t>requirements</a:t>
            </a:r>
            <a:r>
              <a:rPr lang="fr-FR" sz="1900" dirty="0"/>
              <a:t> for Product </a:t>
            </a:r>
            <a:r>
              <a:rPr lang="fr-FR" sz="1900" dirty="0" err="1"/>
              <a:t>enhancement</a:t>
            </a:r>
            <a:r>
              <a:rPr lang="fr-FR" sz="1900" dirty="0"/>
              <a:t> as </a:t>
            </a:r>
            <a:r>
              <a:rPr lang="fr-FR" sz="1900" dirty="0" err="1"/>
              <a:t>required</a:t>
            </a:r>
            <a:r>
              <a:rPr lang="fr-FR" sz="1900" dirty="0"/>
              <a:t> for </a:t>
            </a:r>
            <a:r>
              <a:rPr lang="fr-FR" sz="1900" dirty="0" err="1"/>
              <a:t>Category</a:t>
            </a:r>
            <a:r>
              <a:rPr lang="fr-FR" sz="1900" dirty="0"/>
              <a:t> 2</a:t>
            </a:r>
          </a:p>
          <a:p>
            <a:pPr>
              <a:spcBef>
                <a:spcPts val="1200"/>
              </a:spcBef>
              <a:spcAft>
                <a:spcPts val="300"/>
              </a:spcAft>
            </a:pPr>
            <a:r>
              <a:rPr lang="fr-FR" sz="1900" dirty="0" err="1"/>
              <a:t>Seek</a:t>
            </a:r>
            <a:r>
              <a:rPr lang="fr-FR" sz="1900" dirty="0"/>
              <a:t> agreement </a:t>
            </a:r>
            <a:r>
              <a:rPr lang="fr-FR" sz="1900" dirty="0" err="1"/>
              <a:t>between</a:t>
            </a:r>
            <a:r>
              <a:rPr lang="fr-FR" sz="1900" dirty="0"/>
              <a:t> ASIA and EU Product Managers </a:t>
            </a:r>
            <a:r>
              <a:rPr lang="fr-FR" sz="1900" dirty="0" err="1"/>
              <a:t>that</a:t>
            </a:r>
            <a:r>
              <a:rPr lang="fr-FR" sz="1900" dirty="0"/>
              <a:t> </a:t>
            </a:r>
            <a:r>
              <a:rPr lang="fr-FR" sz="1900" dirty="0" err="1"/>
              <a:t>categorization</a:t>
            </a:r>
            <a:r>
              <a:rPr lang="fr-FR" sz="1900" dirty="0"/>
              <a:t> </a:t>
            </a:r>
            <a:r>
              <a:rPr lang="fr-FR" sz="1900" dirty="0" err="1"/>
              <a:t>is</a:t>
            </a:r>
            <a:r>
              <a:rPr lang="fr-FR" sz="1900" dirty="0"/>
              <a:t> </a:t>
            </a:r>
            <a:r>
              <a:rPr lang="fr-FR" sz="1900" dirty="0" err="1"/>
              <a:t>mutually</a:t>
            </a:r>
            <a:r>
              <a:rPr lang="fr-FR" sz="1900" dirty="0"/>
              <a:t> </a:t>
            </a:r>
            <a:r>
              <a:rPr lang="fr-FR" sz="1900" dirty="0" err="1"/>
              <a:t>agreeable</a:t>
            </a:r>
            <a:r>
              <a:rPr lang="fr-FR" sz="1900" dirty="0"/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F621E2-3291-B607-B997-D302D60ABEF7}"/>
              </a:ext>
            </a:extLst>
          </p:cNvPr>
          <p:cNvSpPr txBox="1"/>
          <p:nvPr/>
        </p:nvSpPr>
        <p:spPr>
          <a:xfrm>
            <a:off x="422030" y="748194"/>
            <a:ext cx="10843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/>
              <a:t>Since</a:t>
            </a:r>
            <a:r>
              <a:rPr lang="fr-FR" b="1" dirty="0"/>
              <a:t> the cyber incident, </a:t>
            </a:r>
            <a:r>
              <a:rPr lang="fr-FR" b="1" dirty="0" err="1"/>
              <a:t>it</a:t>
            </a:r>
            <a:r>
              <a:rPr lang="fr-FR" b="1" dirty="0"/>
              <a:t> </a:t>
            </a:r>
            <a:r>
              <a:rPr lang="fr-FR" b="1" dirty="0" err="1"/>
              <a:t>was</a:t>
            </a:r>
            <a:r>
              <a:rPr lang="fr-FR" b="1" dirty="0"/>
              <a:t> </a:t>
            </a:r>
            <a:r>
              <a:rPr lang="fr-FR" b="1" dirty="0" err="1"/>
              <a:t>decided</a:t>
            </a:r>
            <a:r>
              <a:rPr lang="fr-FR" b="1" dirty="0"/>
              <a:t> to </a:t>
            </a:r>
            <a:r>
              <a:rPr lang="fr-FR" b="1" dirty="0" err="1"/>
              <a:t>migrate</a:t>
            </a:r>
            <a:r>
              <a:rPr lang="fr-FR" b="1" dirty="0"/>
              <a:t> </a:t>
            </a:r>
            <a:r>
              <a:rPr lang="fr-FR" b="1" dirty="0" err="1"/>
              <a:t>customer</a:t>
            </a:r>
            <a:r>
              <a:rPr lang="fr-FR" b="1" dirty="0"/>
              <a:t> data </a:t>
            </a:r>
            <a:r>
              <a:rPr lang="fr-FR" b="1" dirty="0" err="1"/>
              <a:t>from</a:t>
            </a:r>
            <a:r>
              <a:rPr lang="fr-FR" b="1" dirty="0"/>
              <a:t> Asia Siebel to </a:t>
            </a:r>
            <a:br>
              <a:rPr lang="fr-FR" b="1" dirty="0"/>
            </a:br>
            <a:r>
              <a:rPr lang="fr-FR" b="1" dirty="0"/>
              <a:t>EU Siebel to </a:t>
            </a:r>
            <a:r>
              <a:rPr lang="fr-FR" b="1" dirty="0" err="1"/>
              <a:t>globally</a:t>
            </a:r>
            <a:r>
              <a:rPr lang="fr-FR" b="1" dirty="0"/>
              <a:t> </a:t>
            </a:r>
            <a:r>
              <a:rPr lang="fr-FR" b="1" dirty="0" err="1"/>
              <a:t>align</a:t>
            </a:r>
            <a:r>
              <a:rPr lang="fr-FR" b="1" dirty="0"/>
              <a:t> </a:t>
            </a:r>
            <a:r>
              <a:rPr lang="fr-FR" b="1" dirty="0" err="1"/>
              <a:t>sytems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199604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76369" y="273571"/>
            <a:ext cx="8137524" cy="504000"/>
          </a:xfrm>
        </p:spPr>
        <p:txBody>
          <a:bodyPr>
            <a:normAutofit/>
          </a:bodyPr>
          <a:lstStyle/>
          <a:p>
            <a:r>
              <a:rPr lang="en-GB" dirty="0"/>
              <a:t>Optical and Ethernet : Product positioning (1/2)</a:t>
            </a:r>
          </a:p>
        </p:txBody>
      </p:sp>
      <p:pic>
        <p:nvPicPr>
          <p:cNvPr id="70" name="Image 69">
            <a:extLst>
              <a:ext uri="{FF2B5EF4-FFF2-40B4-BE49-F238E27FC236}">
                <a16:creationId xmlns:a16="http://schemas.microsoft.com/office/drawing/2014/main" id="{C65D4911-3E46-9899-FBF6-437E74EAB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962" y="1100126"/>
            <a:ext cx="9352075" cy="465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09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47290"/>
              </p:ext>
            </p:extLst>
          </p:nvPr>
        </p:nvGraphicFramePr>
        <p:xfrm>
          <a:off x="289137" y="582736"/>
          <a:ext cx="11665297" cy="6230640"/>
        </p:xfrm>
        <a:graphic>
          <a:graphicData uri="http://schemas.openxmlformats.org/drawingml/2006/table">
            <a:tbl>
              <a:tblPr/>
              <a:tblGrid>
                <a:gridCol w="20131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1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16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Product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A59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Wave / Private Wave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A59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Ethernet Line / Private Ethernet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A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96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Platform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Wavelength Division Multiplexing (WDM)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End to End dedicated bandwidth, defined and allocated per customer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r>
                        <a:rPr lang="en-GB" sz="1100" baseline="0" noProof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bandwidths only and at line rate (no intermediate bandwidth)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Packet Network (Ethernet over MPLS)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Bandwidth allocated per customer over a packet backbone underpinned by SLA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Broad range of bandwidth available with intermediate steps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6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Topology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Point-to-Point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Point-to-Point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826635"/>
                  </a:ext>
                </a:extLst>
              </a:tr>
              <a:tr h="1532624">
                <a:tc>
                  <a:txBody>
                    <a:bodyPr/>
                    <a:lstStyle/>
                    <a:p>
                      <a:pPr marL="0" marR="0" lvl="0" indent="0" algn="l" defTabSz="10883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Usage</a:t>
                      </a:r>
                    </a:p>
                    <a:p>
                      <a:endParaRPr lang="en-GB" sz="1400" b="1" dirty="0"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Enterprises requiring high performance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connectivity between their 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DCs for real time back up of their data (no jitter, no frame loss, fixed latency).  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Very High bandwidth connections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usually from 10G to 100G :  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wholesale customers or </a:t>
                      </a: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cloud providers requiring internal backbone  connections (10G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400G)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Large enterprises connecting key sites and data </a:t>
                      </a:r>
                      <a:r>
                        <a:rPr lang="en-US" sz="11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centres</a:t>
                      </a: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manage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their own network (often 10G/100G, sometimes 1G)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Companies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customer-defined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1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routing</a:t>
                      </a:r>
                      <a:r>
                        <a:rPr lang="fr-FR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</a:t>
                      </a:r>
                      <a:r>
                        <a:rPr lang="fr-FR" sz="11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diversity</a:t>
                      </a:r>
                      <a:r>
                        <a:rPr lang="fr-FR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1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purpose</a:t>
                      </a:r>
                      <a:r>
                        <a:rPr lang="fr-FR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Enterprises with 2 or more sites requiring connectivity for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their Retail Buildings (10M to 100M) or between DCs (10G/40G/100G) with aggressive pricing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to High bandwidth connections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ranging from 2Mbps to 100Gbps</a:t>
                      </a: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for wholesale customers or </a:t>
                      </a: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cloud providers requiring internal high capacity backbone connections (usually</a:t>
                      </a:r>
                      <a:r>
                        <a:rPr lang="en-US" sz="11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10G to 100G)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628650" marR="0" lvl="1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Large enterprises connecting key sites with data </a:t>
                      </a:r>
                      <a:r>
                        <a:rPr lang="en-US" sz="11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centres</a:t>
                      </a: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(100M to 100G)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Anyone needing high performance, scalable and secure bandwidth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622">
                <a:tc>
                  <a:txBody>
                    <a:bodyPr/>
                    <a:lstStyle>
                      <a:lvl1pPr marL="0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544174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088347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632521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176692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720866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265040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809213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353387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Sweet spot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544174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088347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632521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176692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720866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265040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809213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353387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1) Large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Wholesale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customers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/Strategic Alliance : Microsoft, Google, Facebook, ATT, BT, Orange, …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2) Capital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Market /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Entreprise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customers : Thomson, Porsche,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Société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Générale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Crédit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Agricole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Hoffmann-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Laroche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Morgan Stanley,…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544174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088347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632521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176692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720866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265040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809213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353387" algn="l" defTabSz="1088347" rtl="0" eaLnBrk="1" latinLnBrk="0" hangingPunct="1">
                        <a:defRPr sz="2117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1) Large Enterprises/Cap. Market able to manage the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Layer 3 themselves: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Banque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Pictet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BNP Paribas, Department of Foreign affairs, Walt Disney,…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2)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Wholesale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operators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: ATT, Vodafone, Century Link, Tata, Deutsche Telecom,…</a:t>
                      </a:r>
                      <a:endParaRPr kumimoji="0" lang="en-GB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62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Performance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Deterministic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performance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backed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SLA 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jitter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, no frame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  <a:endParaRPr kumimoji="0" lang="fr-FR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Fixed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latency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fixed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path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High Standard performance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backed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SLA 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Small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jitter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and frame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  <a:endParaRPr kumimoji="0" lang="fr-FR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Latency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(but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vary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routed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circuit)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82932"/>
                  </a:ext>
                </a:extLst>
              </a:tr>
              <a:tr h="801462">
                <a:tc>
                  <a:txBody>
                    <a:bodyPr/>
                    <a:lstStyle/>
                    <a:p>
                      <a:pPr marL="0" marR="0" lvl="0" indent="0" algn="l" defTabSz="10883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Delivery </a:t>
                      </a:r>
                      <a:b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lead time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Rapid delivery in some DCs (10 days)</a:t>
                      </a:r>
                    </a:p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 delivery : up to several weeks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On-Demand : near real-</a:t>
                      </a:r>
                      <a:r>
                        <a:rPr lang="en-GB" sz="120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time delivery available in some locations</a:t>
                      </a:r>
                      <a:endParaRPr lang="en-GB" sz="12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Rapid delivery in some DCs (10 days)</a:t>
                      </a:r>
                    </a:p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 delivery : up to several weeks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854867"/>
                  </a:ext>
                </a:extLst>
              </a:tr>
              <a:tr h="641622">
                <a:tc>
                  <a:txBody>
                    <a:bodyPr/>
                    <a:lstStyle/>
                    <a:p>
                      <a:r>
                        <a:rPr lang="en-GB" sz="1400" b="1" dirty="0">
                          <a:latin typeface="+mn-lt"/>
                        </a:rPr>
                        <a:t>Price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Wave price is usually higher than Ethernet (~10%)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Ethernet price is usually lower than Wave (~10%)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2514981"/>
                  </a:ext>
                </a:extLst>
              </a:tr>
            </a:tbl>
          </a:graphicData>
        </a:graphic>
      </p:graphicFrame>
      <p:pic>
        <p:nvPicPr>
          <p:cNvPr id="9" name="Picture 2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667" y="1856271"/>
            <a:ext cx="8096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3048" y="1856270"/>
            <a:ext cx="809625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18779" y="170435"/>
            <a:ext cx="9333230" cy="327525"/>
          </a:xfrm>
        </p:spPr>
        <p:txBody>
          <a:bodyPr>
            <a:normAutofit/>
          </a:bodyPr>
          <a:lstStyle/>
          <a:p>
            <a:r>
              <a:rPr lang="en-GB" dirty="0"/>
              <a:t>Waves and Ethernet Line : product positioning (2/2) </a:t>
            </a:r>
          </a:p>
        </p:txBody>
      </p:sp>
    </p:spTree>
    <p:extLst>
      <p:ext uri="{BB962C8B-B14F-4D97-AF65-F5344CB8AC3E}">
        <p14:creationId xmlns:p14="http://schemas.microsoft.com/office/powerpoint/2010/main" val="902072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03962" y="165394"/>
            <a:ext cx="5611622" cy="504000"/>
          </a:xfrm>
        </p:spPr>
        <p:txBody>
          <a:bodyPr>
            <a:normAutofit/>
          </a:bodyPr>
          <a:lstStyle/>
          <a:p>
            <a:r>
              <a:rPr lang="en-GB" dirty="0"/>
              <a:t>Supported Features Waves and Ethernet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0EB45C3-DCA8-472E-8429-C1DA20C49073}"/>
              </a:ext>
            </a:extLst>
          </p:cNvPr>
          <p:cNvSpPr/>
          <p:nvPr/>
        </p:nvSpPr>
        <p:spPr>
          <a:xfrm>
            <a:off x="481761" y="6125729"/>
            <a:ext cx="915883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dk1"/>
                </a:solidFill>
                <a:sym typeface="Wingdings"/>
              </a:rPr>
              <a:t>(*1) </a:t>
            </a:r>
            <a:r>
              <a:rPr lang="en-GB" sz="800" dirty="0"/>
              <a:t>yes for all </a:t>
            </a:r>
            <a:r>
              <a:rPr lang="en-GB" sz="800" dirty="0" err="1"/>
              <a:t>IQNet</a:t>
            </a:r>
            <a:r>
              <a:rPr lang="en-GB" sz="800" dirty="0"/>
              <a:t> nodes, restricted for legacy platforms     </a:t>
            </a:r>
            <a:r>
              <a:rPr lang="en-GB" sz="800" dirty="0">
                <a:solidFill>
                  <a:schemeClr val="dk1"/>
                </a:solidFill>
                <a:sym typeface="Wingdings"/>
              </a:rPr>
              <a:t>(*2) Backbone is always protected including Unprotected services    (*3) being developed for 2026/27</a:t>
            </a:r>
            <a:endParaRPr lang="en-GB" sz="800" dirty="0"/>
          </a:p>
        </p:txBody>
      </p:sp>
      <p:graphicFrame>
        <p:nvGraphicFramePr>
          <p:cNvPr id="2" name="Table 56">
            <a:extLst>
              <a:ext uri="{FF2B5EF4-FFF2-40B4-BE49-F238E27FC236}">
                <a16:creationId xmlns:a16="http://schemas.microsoft.com/office/drawing/2014/main" id="{60BD4548-FD33-638B-6BA0-5072EFFC2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87637"/>
              </p:ext>
            </p:extLst>
          </p:nvPr>
        </p:nvGraphicFramePr>
        <p:xfrm>
          <a:off x="581105" y="697701"/>
          <a:ext cx="10915494" cy="5378776"/>
        </p:xfrm>
        <a:graphic>
          <a:graphicData uri="http://schemas.openxmlformats.org/drawingml/2006/table">
            <a:tbl>
              <a:tblPr firstRow="1" bandRow="1" bandCol="1"/>
              <a:tblGrid>
                <a:gridCol w="3274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40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17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Calibri" panose="020F0502020204030204" pitchFamily="34" charset="0"/>
                        </a:rPr>
                        <a:t>Feature</a:t>
                      </a:r>
                      <a:r>
                        <a:rPr lang="en-GB" sz="1400" dirty="0">
                          <a:effectLst/>
                          <a:latin typeface="+mj-lt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Calibri" panose="020F0502020204030204" pitchFamily="34" charset="0"/>
                        </a:rPr>
                        <a:t>Supported features across Wave platform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+mj-lt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dirty="0">
                          <a:solidFill>
                            <a:schemeClr val="bg2"/>
                          </a:solidFill>
                          <a:effectLst/>
                          <a:latin typeface="+mj-lt"/>
                          <a:cs typeface="Calibri" panose="020F0502020204030204" pitchFamily="34" charset="0"/>
                        </a:rPr>
                        <a:t>Supported features across Ethernet platform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+mj-lt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Applicable Ethernet Service rates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1Gbit/s, 10Gbit/s, 40Gbit/s ,100Gbit/s and 400Gbit/s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2Mbit/s to 100Gbit/s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Other</a:t>
                      </a: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fr-FR" sz="1200" b="1" baseline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service </a:t>
                      </a:r>
                      <a:r>
                        <a:rPr lang="fr-FR" sz="1200" b="1" baseline="0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handoff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STM-16,</a:t>
                      </a:r>
                      <a:r>
                        <a:rPr lang="fr-FR" sz="105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STM-64, 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OTU-2,</a:t>
                      </a:r>
                      <a:r>
                        <a:rPr lang="fr-FR" sz="105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OTU-2e,</a:t>
                      </a:r>
                      <a:r>
                        <a:rPr lang="fr-FR" sz="105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OTU4, 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Fibre Channel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Not Applicable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6449850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E-line EPL Point-to-point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E-line EVPL Point-to-Multipoint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E-LAN EPLAN Multipoint-to-Multipoint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043999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 rate billing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Commit Plus Burst rate billing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Tagged &amp; Untagged frames supported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 address aware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</a:t>
                      </a:r>
                      <a:r>
                        <a:rPr lang="en-GB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Ethernet VPN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)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Layer 2 Protocol transparency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(*1) we are transparent to the majority of L2CP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VLAN Transparency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(</a:t>
                      </a: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EVPL is a VLAN aware service)</a:t>
                      </a:r>
                      <a:endParaRPr lang="en-US" sz="11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Multiple frame size support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</a:t>
                      </a:r>
                      <a:endParaRPr lang="en-US" sz="110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71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Ethernet frame size 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9600 bytes (min MTU)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9182 bytes  </a:t>
                      </a: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(case by case check)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016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Default Customer MTU 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9600 bytes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9100 bytes (fibre based) both EPL &amp; EVPL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Off-net : 1534 bytes (most OLO supports Jumbo frames though)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Performance reporting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0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771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Protection</a:t>
                      </a:r>
                      <a:r>
                        <a:rPr lang="en-GB" sz="1200" b="1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available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(backbone</a:t>
                      </a:r>
                      <a:r>
                        <a:rPr lang="en-GB" sz="105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and access)</a:t>
                      </a:r>
                      <a:endParaRPr lang="en-US" sz="105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 backbone</a:t>
                      </a:r>
                      <a:r>
                        <a:rPr lang="en-GB" sz="105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and access)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en-GB" sz="1200" b="1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Interface </a:t>
                      </a: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protection (LAG)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771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 route and latency (deterministic)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(*3)</a:t>
                      </a:r>
                      <a:endParaRPr lang="en-US" sz="1050" kern="120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631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KMZ </a:t>
                      </a: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map</a:t>
                      </a: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r>
                        <a:rPr lang="en-GB" sz="110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Private Ethernet)</a:t>
                      </a:r>
                      <a:endParaRPr lang="en-US" sz="105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291744"/>
                  </a:ext>
                </a:extLst>
              </a:tr>
              <a:tr h="13631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Interfaces compliant to IEEE 802.3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Services compliant to MEF 3.0 (E-Line)</a:t>
                      </a: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Interfaces compliant to IEEE 802.3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Services compliant to MEF 3.0 (E-Line and E-LAN)</a:t>
                      </a: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8147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C7B1E1-F93E-4769-BAD8-D175B2B89195}"/>
              </a:ext>
            </a:extLst>
          </p:cNvPr>
          <p:cNvSpPr/>
          <p:nvPr/>
        </p:nvSpPr>
        <p:spPr>
          <a:xfrm>
            <a:off x="521477" y="6622234"/>
            <a:ext cx="1000911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dk1"/>
                </a:solidFill>
                <a:sym typeface="Wingdings"/>
              </a:rPr>
              <a:t>(*1) &gt; 10Gb/s only in Key DCs       </a:t>
            </a:r>
            <a:r>
              <a:rPr lang="en-GB" sz="800" dirty="0"/>
              <a:t>(*2) yes for all </a:t>
            </a:r>
            <a:r>
              <a:rPr lang="en-GB" sz="800" dirty="0" err="1"/>
              <a:t>IQNet</a:t>
            </a:r>
            <a:r>
              <a:rPr lang="en-GB" sz="800" dirty="0"/>
              <a:t> nodes, restricted for legacy platforms</a:t>
            </a:r>
            <a:r>
              <a:rPr lang="en-GB" sz="800" dirty="0">
                <a:solidFill>
                  <a:schemeClr val="dk1"/>
                </a:solidFill>
                <a:sym typeface="Wingdings"/>
              </a:rPr>
              <a:t>          (*3) Backbone is always protected including Unprotected services    (*4) being developed for 2026/27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A8A818C-DC84-F6CC-224F-FAD4580A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74" y="172915"/>
            <a:ext cx="7175246" cy="504000"/>
          </a:xfrm>
        </p:spPr>
        <p:txBody>
          <a:bodyPr/>
          <a:lstStyle/>
          <a:p>
            <a:r>
              <a:rPr lang="en-GB" dirty="0"/>
              <a:t>Supported Features Waves, Ethernet, Private Ethernet </a:t>
            </a:r>
            <a:endParaRPr lang="fr-FR" dirty="0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6CD3C388-382F-147F-BC5C-9CB0B07E7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772271"/>
              </p:ext>
            </p:extLst>
          </p:nvPr>
        </p:nvGraphicFramePr>
        <p:xfrm>
          <a:off x="303067" y="548680"/>
          <a:ext cx="11665297" cy="6077256"/>
        </p:xfrm>
        <a:graphic>
          <a:graphicData uri="http://schemas.openxmlformats.org/drawingml/2006/table">
            <a:tbl>
              <a:tblPr firstRow="1" bandRow="1" bandCol="1"/>
              <a:tblGrid>
                <a:gridCol w="237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65989">
                  <a:extLst>
                    <a:ext uri="{9D8B030D-6E8A-4147-A177-3AD203B41FA5}">
                      <a16:colId xmlns:a16="http://schemas.microsoft.com/office/drawing/2014/main" val="3893912716"/>
                    </a:ext>
                  </a:extLst>
                </a:gridCol>
                <a:gridCol w="322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62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Feature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Supported features on Wave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Supported features on </a:t>
                      </a:r>
                      <a:b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Private Ethernet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Calibri" panose="020F0502020204030204" pitchFamily="34" charset="0"/>
                        </a:rPr>
                        <a:t>Supported features on  Ethernet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8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Applicable Ethernet Service rates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1Gbit/s, 10Gbit/s, 40Gbit/s, 100Gbit/s and 400Gbit/s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1G,</a:t>
                      </a:r>
                      <a:r>
                        <a:rPr lang="en-GB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2G, 3G, 4G, 5G, 6G, 10G…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100Gbit/s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2Mb/s to 100Gb/s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(*1)</a:t>
                      </a:r>
                      <a:endParaRPr lang="en-US" sz="8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981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b="1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Other</a:t>
                      </a:r>
                      <a:r>
                        <a:rPr lang="fr-FR" sz="1100" b="1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100" b="1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fr-FR" sz="1100" b="1" baseline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service </a:t>
                      </a:r>
                      <a:r>
                        <a:rPr lang="fr-FR" sz="1100" b="1" baseline="0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handoff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STM-16,</a:t>
                      </a:r>
                      <a:r>
                        <a:rPr lang="fr-FR" sz="105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STM-64, 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OTU-2,</a:t>
                      </a:r>
                      <a:r>
                        <a:rPr lang="fr-FR" sz="105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OTU-2e,</a:t>
                      </a:r>
                      <a:r>
                        <a:rPr lang="fr-FR" sz="105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OTU4, </a:t>
                      </a: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Fibre Channel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Not Applicable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Not Applicable</a:t>
                      </a:r>
                      <a:endParaRPr lang="en-US" sz="105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558041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E-line EPL Point-to-point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E-line EVPL Point-to-Multipoint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E-LAN EPLAN Multipoint-to-Multipoint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endParaRPr lang="en-US" sz="9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7055107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 rate billing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Commit Plus Burst rate billing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Tagged &amp; Untagged frames supported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MAC address aware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</a:t>
                      </a:r>
                      <a:r>
                        <a:rPr lang="en-GB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Ethernet VPN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)</a:t>
                      </a:r>
                      <a:endParaRPr lang="en-US" sz="1100" kern="120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Layer 2 Protocol transparency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lang="en-US" sz="80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VLAN Transparency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(EVPL is a VLAN aware service)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05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Multiple frame size support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</a:t>
                      </a:r>
                      <a:endParaRPr lang="en-US" sz="110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6748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Max Ethernet frame size 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9600 bytes (min MTU)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9182 bytes </a:t>
                      </a: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(case by case check)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9182 bytes </a:t>
                      </a:r>
                      <a:r>
                        <a:rPr lang="en-GB" sz="1050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(case by case check)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6748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Default Customer MTU 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9600 bytes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9100 bytes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9100 bytes (fibre based) both EPL &amp; EVPL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Off-net : 1534 bytes (most OLO supports Jumbo frames though)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3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</a:rPr>
                        <a:t>Performance reporting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05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654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Protection</a:t>
                      </a:r>
                      <a:r>
                        <a:rPr lang="en-GB" sz="1100" b="1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available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(backbone</a:t>
                      </a:r>
                      <a:r>
                        <a:rPr lang="en-GB" sz="105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and access)</a:t>
                      </a:r>
                      <a:endParaRPr lang="en-US" sz="105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(end</a:t>
                      </a:r>
                      <a:r>
                        <a:rPr lang="en-GB" sz="105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to end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)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(backbone</a:t>
                      </a:r>
                      <a:r>
                        <a:rPr lang="en-GB" sz="105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and access) </a:t>
                      </a: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(*3)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654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en-GB" sz="1100" b="1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Interface </a:t>
                      </a: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protection (LAG)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654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Fixed route and latency (deterministic)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lang="en-GB" sz="12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r>
                        <a:rPr kumimoji="0" lang="en-GB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(*4)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654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100" b="1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KMZ </a:t>
                      </a:r>
                      <a:r>
                        <a:rPr lang="fr-FR" sz="1100" b="1" dirty="0" err="1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map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Private Ethernet)</a:t>
                      </a:r>
                      <a:endParaRPr lang="en-GB" sz="105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559742"/>
                  </a:ext>
                </a:extLst>
              </a:tr>
              <a:tr h="36168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Compliance</a:t>
                      </a:r>
                      <a:endParaRPr lang="en-US" sz="11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Interfaces compliant to IEEE 802.3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Services compliant to MEF 3.0 (E-Line)</a:t>
                      </a: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Interfaces compliant to IEEE 802.3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Services compliant to MEF 3.0 (E-Line)</a:t>
                      </a: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Interfaces compliant to IEEE 802.3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Services compliant to MEF 3.0 (E-Line and E-LAN)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3208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509CB-4A58-6F28-E0EE-F9ABF2576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47C4D6-4B43-56CD-6F4A-1B373FBE98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Ethernet VPN and IP VPN</a:t>
            </a:r>
          </a:p>
        </p:txBody>
      </p:sp>
    </p:spTree>
    <p:extLst>
      <p:ext uri="{BB962C8B-B14F-4D97-AF65-F5344CB8AC3E}">
        <p14:creationId xmlns:p14="http://schemas.microsoft.com/office/powerpoint/2010/main" val="1120296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6BA9B-2069-DA1A-8B30-4D4EEFEB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D44D169-0299-A2AB-3D64-9AEBD7E54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69" y="273571"/>
            <a:ext cx="8137524" cy="504000"/>
          </a:xfrm>
        </p:spPr>
        <p:txBody>
          <a:bodyPr>
            <a:normAutofit/>
          </a:bodyPr>
          <a:lstStyle/>
          <a:p>
            <a:r>
              <a:rPr lang="en-GB" dirty="0"/>
              <a:t>Ethernet VPN and IP VPN : Product positioning (1/2)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063082" y="2052525"/>
            <a:ext cx="5880100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TextBox 1"/>
          <p:cNvSpPr txBox="1">
            <a:spLocks noChangeArrowheads="1"/>
          </p:cNvSpPr>
          <p:nvPr/>
        </p:nvSpPr>
        <p:spPr bwMode="auto">
          <a:xfrm>
            <a:off x="8622382" y="1095262"/>
            <a:ext cx="16827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0A129EF5-84C7-43D7-5282-45442EADA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3082" y="2052525"/>
            <a:ext cx="5880100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ounded Rectangle 22">
            <a:extLst>
              <a:ext uri="{FF2B5EF4-FFF2-40B4-BE49-F238E27FC236}">
                <a16:creationId xmlns:a16="http://schemas.microsoft.com/office/drawing/2014/main" id="{8CA0BA54-4B81-AB99-94D2-1D1F699BA2D8}"/>
              </a:ext>
            </a:extLst>
          </p:cNvPr>
          <p:cNvSpPr/>
          <p:nvPr/>
        </p:nvSpPr>
        <p:spPr>
          <a:xfrm>
            <a:off x="6210865" y="1990999"/>
            <a:ext cx="2039938" cy="3201987"/>
          </a:xfrm>
          <a:prstGeom prst="roundRect">
            <a:avLst>
              <a:gd name="adj" fmla="val 0"/>
            </a:avLst>
          </a:prstGeom>
          <a:solidFill>
            <a:srgbClr val="2EBBB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128">
            <a:extLst>
              <a:ext uri="{FF2B5EF4-FFF2-40B4-BE49-F238E27FC236}">
                <a16:creationId xmlns:a16="http://schemas.microsoft.com/office/drawing/2014/main" id="{FC615D76-DC77-C693-9941-664731AE7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7540" y="2706961"/>
            <a:ext cx="1908175" cy="215900"/>
          </a:xfrm>
          <a:prstGeom prst="rect">
            <a:avLst/>
          </a:prstGeom>
          <a:solidFill>
            <a:srgbClr val="008C8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Oval 25">
            <a:extLst>
              <a:ext uri="{FF2B5EF4-FFF2-40B4-BE49-F238E27FC236}">
                <a16:creationId xmlns:a16="http://schemas.microsoft.com/office/drawing/2014/main" id="{4A72F48F-2BEA-71BB-5F04-77473C5351C0}"/>
              </a:ext>
            </a:extLst>
          </p:cNvPr>
          <p:cNvSpPr>
            <a:spLocks noChangeAspect="1"/>
          </p:cNvSpPr>
          <p:nvPr/>
        </p:nvSpPr>
        <p:spPr>
          <a:xfrm>
            <a:off x="6603993" y="1305019"/>
            <a:ext cx="1260140" cy="1260140"/>
          </a:xfrm>
          <a:prstGeom prst="ellipse">
            <a:avLst/>
          </a:prstGeom>
          <a:solidFill>
            <a:srgbClr val="2EBBB0"/>
          </a:solidFill>
          <a:ln w="2857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68556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otham Light" charset="0"/>
              <a:cs typeface="Gotham Light" charset="0"/>
            </a:endParaRP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3A1DD4FC-3EE5-EFE1-CF9C-ACCF566624FA}"/>
              </a:ext>
            </a:extLst>
          </p:cNvPr>
          <p:cNvSpPr txBox="1"/>
          <p:nvPr/>
        </p:nvSpPr>
        <p:spPr>
          <a:xfrm>
            <a:off x="6277540" y="2706961"/>
            <a:ext cx="1973263" cy="2154436"/>
          </a:xfrm>
          <a:prstGeom prst="rect">
            <a:avLst/>
          </a:prstGeom>
          <a:solidFill>
            <a:srgbClr val="2EBBB0"/>
          </a:solidFill>
        </p:spPr>
        <p:txBody>
          <a:bodyPr wrap="square" lIns="0" tIns="0" rIns="0" bIns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Multi-site IP connectivity delivered on switched packet infrastructure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nl-BE" alt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Interconnection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of multiple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customer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sites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regardless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of </a:t>
            </a:r>
            <a:r>
              <a:rPr kumimoji="0" lang="fr-FR" sz="1400" b="0" i="0" u="none" strike="noStrike" kern="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their</a:t>
            </a:r>
            <a:r>
              <a:rPr kumimoji="0" lang="fr-FR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size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GB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Oval 35">
            <a:extLst>
              <a:ext uri="{FF2B5EF4-FFF2-40B4-BE49-F238E27FC236}">
                <a16:creationId xmlns:a16="http://schemas.microsoft.com/office/drawing/2014/main" id="{C7AE794C-C873-E500-E393-98A19BE666F3}"/>
              </a:ext>
            </a:extLst>
          </p:cNvPr>
          <p:cNvSpPr/>
          <p:nvPr/>
        </p:nvSpPr>
        <p:spPr>
          <a:xfrm>
            <a:off x="6956196" y="1341551"/>
            <a:ext cx="549275" cy="549275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0A9014F4-5F85-AF95-5BD1-125F73F1DDEF}"/>
              </a:ext>
            </a:extLst>
          </p:cNvPr>
          <p:cNvSpPr/>
          <p:nvPr/>
        </p:nvSpPr>
        <p:spPr>
          <a:xfrm>
            <a:off x="6532407" y="1958149"/>
            <a:ext cx="1337322" cy="421934"/>
          </a:xfrm>
          <a:prstGeom prst="round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tlCol="0" anchor="ctr" anchorCtr="0"/>
          <a:lstStyle/>
          <a:p>
            <a:pPr marL="0" marR="0" lvl="0" indent="0" algn="ctr" defTabSz="68556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BE" sz="16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Gotham Light" charset="0"/>
                <a:cs typeface="Gotham Light" charset="0"/>
              </a:rPr>
              <a:t>IP VPN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Gotham Light" charset="0"/>
              <a:cs typeface="Gotham Light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0131D-69AD-4999-C216-A873E694EC97}"/>
              </a:ext>
            </a:extLst>
          </p:cNvPr>
          <p:cNvSpPr/>
          <p:nvPr/>
        </p:nvSpPr>
        <p:spPr>
          <a:xfrm>
            <a:off x="2886091" y="5285895"/>
            <a:ext cx="2043740" cy="311366"/>
          </a:xfrm>
          <a:prstGeom prst="rect">
            <a:avLst/>
          </a:prstGeom>
          <a:solidFill>
            <a:srgbClr val="FFFFFF">
              <a:lumMod val="75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Layer 2 : Ethernet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15C8DF-EAB3-3360-3C40-A54BCE3F80E2}"/>
              </a:ext>
            </a:extLst>
          </p:cNvPr>
          <p:cNvSpPr/>
          <p:nvPr/>
        </p:nvSpPr>
        <p:spPr>
          <a:xfrm>
            <a:off x="6182245" y="5295205"/>
            <a:ext cx="2041525" cy="322103"/>
          </a:xfrm>
          <a:prstGeom prst="rect">
            <a:avLst/>
          </a:prstGeom>
          <a:solidFill>
            <a:srgbClr val="FFFFFF">
              <a:lumMod val="65000"/>
            </a:srgbClr>
          </a:solidFill>
          <a:ln w="127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rIns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Layer 3 : IP</a:t>
            </a:r>
            <a:endParaRPr kumimoji="0" lang="en-GB" sz="1600" b="0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Rounded Rectangle 46">
            <a:extLst>
              <a:ext uri="{FF2B5EF4-FFF2-40B4-BE49-F238E27FC236}">
                <a16:creationId xmlns:a16="http://schemas.microsoft.com/office/drawing/2014/main" id="{7ADF3D62-10DE-A04E-B737-8C073B00D9D7}"/>
              </a:ext>
            </a:extLst>
          </p:cNvPr>
          <p:cNvSpPr/>
          <p:nvPr/>
        </p:nvSpPr>
        <p:spPr>
          <a:xfrm>
            <a:off x="2902887" y="1996123"/>
            <a:ext cx="2041525" cy="3201987"/>
          </a:xfrm>
          <a:prstGeom prst="roundRect">
            <a:avLst>
              <a:gd name="adj" fmla="val 0"/>
            </a:avLst>
          </a:prstGeom>
          <a:solidFill>
            <a:srgbClr val="085788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4" name="Group 47">
            <a:extLst>
              <a:ext uri="{FF2B5EF4-FFF2-40B4-BE49-F238E27FC236}">
                <a16:creationId xmlns:a16="http://schemas.microsoft.com/office/drawing/2014/main" id="{2478DB77-C88D-F85A-24CC-239E55E4BC2F}"/>
              </a:ext>
            </a:extLst>
          </p:cNvPr>
          <p:cNvGrpSpPr/>
          <p:nvPr/>
        </p:nvGrpSpPr>
        <p:grpSpPr>
          <a:xfrm>
            <a:off x="3227490" y="1282467"/>
            <a:ext cx="1512000" cy="1260140"/>
            <a:chOff x="7255977" y="1681893"/>
            <a:chExt cx="1512000" cy="1260140"/>
          </a:xfrm>
          <a:solidFill>
            <a:srgbClr val="085788"/>
          </a:solidFill>
        </p:grpSpPr>
        <p:sp>
          <p:nvSpPr>
            <p:cNvPr id="16" name="Oval 48">
              <a:extLst>
                <a:ext uri="{FF2B5EF4-FFF2-40B4-BE49-F238E27FC236}">
                  <a16:creationId xmlns:a16="http://schemas.microsoft.com/office/drawing/2014/main" id="{8C8F0C54-F83C-949B-8FDE-14C9C011BB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350743" y="1681893"/>
              <a:ext cx="1260140" cy="1260140"/>
            </a:xfrm>
            <a:prstGeom prst="ellipse">
              <a:avLst/>
            </a:prstGeom>
            <a:grpFill/>
            <a:ln w="28575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TextBox 49">
              <a:extLst>
                <a:ext uri="{FF2B5EF4-FFF2-40B4-BE49-F238E27FC236}">
                  <a16:creationId xmlns:a16="http://schemas.microsoft.com/office/drawing/2014/main" id="{54F1AF2D-42B7-4F5F-539F-192D194ECA76}"/>
                </a:ext>
              </a:extLst>
            </p:cNvPr>
            <p:cNvSpPr txBox="1"/>
            <p:nvPr/>
          </p:nvSpPr>
          <p:spPr>
            <a:xfrm>
              <a:off x="7255977" y="2333739"/>
              <a:ext cx="1512000" cy="492443"/>
            </a:xfrm>
            <a:prstGeom prst="rect">
              <a:avLst/>
            </a:prstGeom>
            <a:noFill/>
          </p:spPr>
          <p:txBody>
            <a:bodyPr lIns="0" tIns="0" rIns="0" bIns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Ethernet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</a:rPr>
                <a:t>VPN</a:t>
              </a:r>
            </a:p>
          </p:txBody>
        </p:sp>
      </p:grpSp>
      <p:sp>
        <p:nvSpPr>
          <p:cNvPr id="18" name="TextBox 50">
            <a:extLst>
              <a:ext uri="{FF2B5EF4-FFF2-40B4-BE49-F238E27FC236}">
                <a16:creationId xmlns:a16="http://schemas.microsoft.com/office/drawing/2014/main" id="{CBA55A15-3252-859D-E8E8-3DAE48E424EA}"/>
              </a:ext>
            </a:extLst>
          </p:cNvPr>
          <p:cNvSpPr txBox="1"/>
          <p:nvPr/>
        </p:nvSpPr>
        <p:spPr>
          <a:xfrm>
            <a:off x="2969562" y="2712085"/>
            <a:ext cx="1908175" cy="215900"/>
          </a:xfrm>
          <a:prstGeom prst="rect">
            <a:avLst/>
          </a:prstGeom>
          <a:solidFill>
            <a:srgbClr val="085788"/>
          </a:solidFill>
        </p:spPr>
        <p:txBody>
          <a:bodyPr lIns="0" tIns="0" rIns="0" bIns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GB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9" name="Oval 51">
            <a:extLst>
              <a:ext uri="{FF2B5EF4-FFF2-40B4-BE49-F238E27FC236}">
                <a16:creationId xmlns:a16="http://schemas.microsoft.com/office/drawing/2014/main" id="{1767CAEA-2F09-9207-F8A9-5100ED0AA4CA}"/>
              </a:ext>
            </a:extLst>
          </p:cNvPr>
          <p:cNvSpPr/>
          <p:nvPr/>
        </p:nvSpPr>
        <p:spPr>
          <a:xfrm>
            <a:off x="3656517" y="1308013"/>
            <a:ext cx="547688" cy="547687"/>
          </a:xfrm>
          <a:prstGeom prst="ellips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  <a:effectLst/>
        </p:spPr>
        <p:txBody>
          <a:bodyPr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Box 52">
            <a:extLst>
              <a:ext uri="{FF2B5EF4-FFF2-40B4-BE49-F238E27FC236}">
                <a16:creationId xmlns:a16="http://schemas.microsoft.com/office/drawing/2014/main" id="{469B715E-D2FB-446E-FB0C-C49C99AA6CFD}"/>
              </a:ext>
            </a:extLst>
          </p:cNvPr>
          <p:cNvSpPr txBox="1"/>
          <p:nvPr/>
        </p:nvSpPr>
        <p:spPr>
          <a:xfrm>
            <a:off x="2969562" y="2712085"/>
            <a:ext cx="1908175" cy="2370138"/>
          </a:xfrm>
          <a:prstGeom prst="rect">
            <a:avLst/>
          </a:prstGeom>
          <a:solidFill>
            <a:srgbClr val="085788"/>
          </a:solidFill>
        </p:spPr>
        <p:txBody>
          <a:bodyPr lIns="0" tIns="0" rIns="0" bIns="0">
            <a:spAutoFit/>
          </a:bodyPr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Multi-site Ethernet connectivity delivered on switched packet infrastructure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GB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Interconnecting customer HQ, DCs &amp; branches with a layer 2 provider managed WAN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thamLight" charset="0"/>
            </a:endParaRPr>
          </a:p>
        </p:txBody>
      </p:sp>
      <p:pic>
        <p:nvPicPr>
          <p:cNvPr id="21" name="Picture 53">
            <a:extLst>
              <a:ext uri="{FF2B5EF4-FFF2-40B4-BE49-F238E27FC236}">
                <a16:creationId xmlns:a16="http://schemas.microsoft.com/office/drawing/2014/main" id="{DD7CA718-8D04-ABB2-7DCA-979D2E9FC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450" y="1281289"/>
            <a:ext cx="610060" cy="610060"/>
          </a:xfrm>
          <a:prstGeom prst="rect">
            <a:avLst/>
          </a:prstGeom>
        </p:spPr>
      </p:pic>
      <p:pic>
        <p:nvPicPr>
          <p:cNvPr id="22" name="Picture 2">
            <a:extLst>
              <a:ext uri="{FF2B5EF4-FFF2-40B4-BE49-F238E27FC236}">
                <a16:creationId xmlns:a16="http://schemas.microsoft.com/office/drawing/2014/main" id="{D895F646-C0CD-90BF-4613-C7766D0D62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534" t="30593" r="17109" b="25898"/>
          <a:stretch/>
        </p:blipFill>
        <p:spPr>
          <a:xfrm>
            <a:off x="7014902" y="1446545"/>
            <a:ext cx="430837" cy="309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329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D579334-6F22-C36B-DCC1-BC92D1FA7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518582AE-1A54-91FE-DD30-111E08492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78" y="136339"/>
            <a:ext cx="12191996" cy="504000"/>
          </a:xfrm>
        </p:spPr>
        <p:txBody>
          <a:bodyPr/>
          <a:lstStyle/>
          <a:p>
            <a:r>
              <a:rPr lang="en-GB" dirty="0"/>
              <a:t>Ethernet VPN and IP VPN : product positioning (2/2) </a:t>
            </a:r>
            <a:endParaRPr lang="fr-FR" dirty="0"/>
          </a:p>
        </p:txBody>
      </p:sp>
      <p:graphicFrame>
        <p:nvGraphicFramePr>
          <p:cNvPr id="4" name="Group 2">
            <a:extLst>
              <a:ext uri="{FF2B5EF4-FFF2-40B4-BE49-F238E27FC236}">
                <a16:creationId xmlns:a16="http://schemas.microsoft.com/office/drawing/2014/main" id="{D80CF0EA-2588-3DC9-A7B4-B59F6955D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675178"/>
              </p:ext>
            </p:extLst>
          </p:nvPr>
        </p:nvGraphicFramePr>
        <p:xfrm>
          <a:off x="204236" y="428435"/>
          <a:ext cx="11783527" cy="6001130"/>
        </p:xfrm>
        <a:graphic>
          <a:graphicData uri="http://schemas.openxmlformats.org/drawingml/2006/table">
            <a:tbl>
              <a:tblPr/>
              <a:tblGrid>
                <a:gridCol w="17923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4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622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Product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A59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Ethernet VPN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A59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IP VPN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A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58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Platform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Packet Network (Ethernet over MPLS)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Bandwidth allocated per customer over a packet backbone underpinned by SLA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Broad range of bandwidth available</a:t>
                      </a:r>
                      <a:r>
                        <a:rPr lang="en-GB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from 2Mbps to 40Gbps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Packet Network (MPLS</a:t>
                      </a:r>
                      <a:r>
                        <a:rPr lang="en-GB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allows customer private network)</a:t>
                      </a:r>
                      <a:endParaRPr lang="en-GB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Bandwidth allocated per customer over a packet backbone underpinned by SLA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Broad range of bandwidth available from 2Mbps to 10Gbps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28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Topology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Multipoint-to-Multipoint (network)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  <a:defRPr/>
                      </a:pPr>
                      <a:r>
                        <a:rPr kumimoji="0" lang="en-GB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/>
                          <a:ea typeface="+mn-ea"/>
                          <a:cs typeface="+mn-cs"/>
                        </a:rPr>
                        <a:t>Multipoint-to-Multipoint (network)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5826635"/>
                  </a:ext>
                </a:extLst>
              </a:tr>
              <a:tr h="179837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10883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Usage</a:t>
                      </a:r>
                    </a:p>
                    <a:p>
                      <a:endParaRPr lang="en-GB" sz="1400" b="1" dirty="0"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Distributed </a:t>
                      </a:r>
                      <a:r>
                        <a:rPr lang="en-US" sz="12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organisations</a:t>
                      </a: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with relatively small number of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sites (typically &lt; 20) </a:t>
                      </a: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requiring any-to-any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connectivity for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their Retail Buildings (10M to 100M), DCs (above 10G) with aggressive pricing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Well suited for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higher </a:t>
                      </a: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bandwidth requirements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(&gt; 1Gbps) where Ethernet connections are available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Companies</a:t>
                      </a:r>
                      <a:r>
                        <a:rPr lang="fr-FR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that</a:t>
                      </a:r>
                      <a:r>
                        <a:rPr lang="fr-FR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want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extend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their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LAN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across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several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sites or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willing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manage the Layer 3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themselves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will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likely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deploy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his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own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router)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Some requirements for strict latency or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jitter for some applications.</a:t>
                      </a:r>
                      <a:endParaRPr lang="en-US" sz="11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Enterprises with multiple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</a:t>
                      </a: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ites (can be a large number) requiring a full mesh network for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their branch offices and HQ across the globe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 to High bandwidth connections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ranging mainly from 2Mbps to 1Gbps but with a lot of low bandwidth requirements (for e.g. DSL connections for small branch office 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Usually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suitable for c</a:t>
                      </a: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ompanies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willing to have a single secure network to carry their data and unified communications (voice/video). 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1200" kern="120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Often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requirements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provide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remote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access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to mobile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employees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via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their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mobile or for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working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lang="fr-FR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home 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812">
                <a:tc>
                  <a:txBody>
                    <a:bodyPr/>
                    <a:lstStyle>
                      <a:lvl1pPr marL="0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544174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088347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632521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176692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720866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265040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809213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353387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en-GB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Sweet spot</a:t>
                      </a: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544174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088347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632521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176692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720866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265040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809213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353387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Large multinational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enterprises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distributed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sites in a few Colt countries: Carrefour, ING Bank, AON PLC, Allen &amp;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Overy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Kering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, KPMG,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Mylan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, Euronext,…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544174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1088347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632521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2176692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720866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3265040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809213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4353387" algn="l" defTabSz="1088347" rtl="0" eaLnBrk="1" latinLnBrk="0" hangingPunct="1">
                        <a:defRPr kumimoji="1" sz="2117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Multinational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companies with a large number of sites (hundreds) in many countries but with a good on-net footprint : AOK, AXA Assurances, Renault retail, Thomas Cook, UBS Group, </a:t>
                      </a:r>
                      <a:r>
                        <a:rPr lang="en-US" sz="1200" kern="1200" baseline="0" noProof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Henner</a:t>
                      </a:r>
                      <a:r>
                        <a:rPr lang="en-US" sz="120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Goldman Sachs, Lavazza, … 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25000"/>
                        <a:buFontTx/>
                        <a:buNone/>
                        <a:tabLst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Performance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High Standard performance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backed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SLA 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Small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jitter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and frame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  <a:endParaRPr kumimoji="0" lang="fr-FR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Latency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(but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vary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routed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circuit)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High Standard performance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backed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SLA : 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jitter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and frame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loss</a:t>
                      </a:r>
                      <a:endParaRPr kumimoji="0" lang="fr-FR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Latency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may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vary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kumimoji="0" lang="fr-FR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routed</a:t>
                      </a:r>
                      <a:r>
                        <a:rPr kumimoji="0" lang="fr-FR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 circuit)</a:t>
                      </a:r>
                      <a:endParaRPr kumimoji="0" lang="en-GB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82932"/>
                  </a:ext>
                </a:extLst>
              </a:tr>
              <a:tr h="69881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108834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Delivery </a:t>
                      </a:r>
                      <a:b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</a:br>
                      <a:r>
                        <a:rPr kumimoji="0" lang="fr-F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lead time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2000" marR="72000" marT="72003" marB="72003" anchor="ctr" horzOverflow="overflow">
                    <a:lnL cap="flat">
                      <a:noFill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Rapid delivery in some DCs (10 days)</a:t>
                      </a:r>
                    </a:p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 delivery : up to several weeks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Rapid delivery via wireless access (14 days)</a:t>
                      </a:r>
                    </a:p>
                    <a:p>
                      <a:pPr marL="2857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Standard delivery : up to several weeks</a:t>
                      </a:r>
                    </a:p>
                  </a:txBody>
                  <a:tcPr marL="72000" marR="72000" marT="72003" marB="72003" anchor="ctr" horzOverflow="overflow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854867"/>
                  </a:ext>
                </a:extLst>
              </a:tr>
            </a:tbl>
          </a:graphicData>
        </a:graphic>
      </p:graphicFrame>
      <p:pic>
        <p:nvPicPr>
          <p:cNvPr id="5" name="Picture 10">
            <a:extLst>
              <a:ext uri="{FF2B5EF4-FFF2-40B4-BE49-F238E27FC236}">
                <a16:creationId xmlns:a16="http://schemas.microsoft.com/office/drawing/2014/main" id="{0E099231-0D25-FDB4-6B2C-073A4641EA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601" y="1796587"/>
            <a:ext cx="437406" cy="437406"/>
          </a:xfrm>
          <a:prstGeom prst="rect">
            <a:avLst/>
          </a:prstGeom>
        </p:spPr>
      </p:pic>
      <p:pic>
        <p:nvPicPr>
          <p:cNvPr id="6" name="Picture 11">
            <a:extLst>
              <a:ext uri="{FF2B5EF4-FFF2-40B4-BE49-F238E27FC236}">
                <a16:creationId xmlns:a16="http://schemas.microsoft.com/office/drawing/2014/main" id="{680A5341-F05E-66BE-D06C-5E3B05DD5A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283" y="1796587"/>
            <a:ext cx="437406" cy="437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7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50BC-9911-8D76-F085-9AF038C2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1B7DFFE-0B18-3784-7509-A3AF9184B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962" y="165394"/>
            <a:ext cx="6818630" cy="504000"/>
          </a:xfrm>
        </p:spPr>
        <p:txBody>
          <a:bodyPr>
            <a:normAutofit/>
          </a:bodyPr>
          <a:lstStyle/>
          <a:p>
            <a:r>
              <a:rPr lang="en-GB" dirty="0"/>
              <a:t>Supported Features IP VPN and Ethernet VPN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D01B9FE-E681-DED6-0E7B-28CF83C85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735939"/>
              </p:ext>
            </p:extLst>
          </p:nvPr>
        </p:nvGraphicFramePr>
        <p:xfrm>
          <a:off x="779976" y="635507"/>
          <a:ext cx="9526888" cy="5597918"/>
        </p:xfrm>
        <a:graphic>
          <a:graphicData uri="http://schemas.openxmlformats.org/drawingml/2006/table">
            <a:tbl>
              <a:tblPr firstRow="1" bandRow="1" bandCol="1"/>
              <a:tblGrid>
                <a:gridCol w="2686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val="3973715651"/>
                    </a:ext>
                  </a:extLst>
                </a:gridCol>
              </a:tblGrid>
              <a:tr h="25726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dirty="0">
                          <a:solidFill>
                            <a:schemeClr val="bg2"/>
                          </a:solidFill>
                          <a:effectLst/>
                          <a:latin typeface="+mj-lt"/>
                        </a:rPr>
                        <a:t>Feature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+mj-lt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742579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IP VPN 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742579" rtl="0" eaLnBrk="1" fontAlgn="auto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 Ethernet VPN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76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Applicable Service rates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2Mb/s to 10Gb/s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2Mb/s to 40Gb/s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57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Geographies</a:t>
                      </a: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 (on-net)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Western Europe, </a:t>
                      </a:r>
                      <a:r>
                        <a:rPr kumimoji="0" lang="fr-F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Japan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Europe, Asia, North </a:t>
                      </a:r>
                      <a:r>
                        <a:rPr kumimoji="0" lang="fr-F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America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387266"/>
                  </a:ext>
                </a:extLst>
              </a:tr>
              <a:tr h="24557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Coverage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Metro, National, International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Metro, National, International</a:t>
                      </a:r>
                      <a:endParaRPr lang="en-US" sz="120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65384"/>
                  </a:ext>
                </a:extLst>
              </a:tr>
              <a:tr h="41737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Access </a:t>
                      </a: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technology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Fiber</a:t>
                      </a:r>
                      <a:r>
                        <a:rPr lang="fr-FR" sz="12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(ULL, Colt), EFM, OLO, </a:t>
                      </a:r>
                      <a:r>
                        <a:rPr lang="fr-FR" sz="12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wDSL</a:t>
                      </a:r>
                      <a:r>
                        <a:rPr lang="fr-FR" sz="12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, 3G/4G, internet </a:t>
                      </a:r>
                      <a:r>
                        <a:rPr lang="fr-FR" sz="1200" kern="1200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access</a:t>
                      </a:r>
                      <a:r>
                        <a:rPr lang="fr-FR" sz="12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(home office)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Fiber</a:t>
                      </a:r>
                      <a:r>
                        <a:rPr lang="fr-FR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(ULL, Colt),</a:t>
                      </a:r>
                      <a:r>
                        <a:rPr lang="fr-FR" sz="12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EFM, OLO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Transport</a:t>
                      </a:r>
                      <a:r>
                        <a:rPr lang="fr-FR" sz="1200" b="1" baseline="0" dirty="0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fr-FR" sz="1200" b="1" baseline="0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technology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MPLS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MPLS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Protocol</a:t>
                      </a:r>
                      <a:endParaRPr lang="en-US" sz="1200" b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IP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Ethernet 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005414"/>
                  </a:ext>
                </a:extLst>
              </a:tr>
              <a:tr h="57037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Network </a:t>
                      </a:r>
                      <a:r>
                        <a:rPr lang="fr-FR" sz="1200" b="1" kern="1200" dirty="0" err="1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Termination</a:t>
                      </a:r>
                      <a:r>
                        <a:rPr lang="fr-FR" sz="12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 Equipment (NTE)</a:t>
                      </a:r>
                      <a:endParaRPr lang="en-US" sz="1200" b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US" sz="1200" baseline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Layer 3 (</a:t>
                      </a:r>
                      <a:r>
                        <a:rPr lang="en-GB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IP VPN plus)</a:t>
                      </a:r>
                    </a:p>
                    <a:p>
                      <a:pPr marL="0" marR="0" indent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US" sz="1200" baseline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</a:t>
                      </a:r>
                      <a:r>
                        <a:rPr lang="en-GB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Layer 2</a:t>
                      </a:r>
                      <a:r>
                        <a:rPr lang="en-GB" sz="1200" kern="1200" baseline="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(optional IP VPN)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442428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Multipoint-to-Multipoint</a:t>
                      </a:r>
                      <a:endParaRPr lang="en-US" sz="1200" b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(a</a:t>
                      </a:r>
                      <a:r>
                        <a:rPr lang="en-GB" sz="12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lot of sites) 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(few sites)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056225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Fixed rate billing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VLAN Transparency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 </a:t>
                      </a:r>
                      <a:r>
                        <a:rPr lang="en-GB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(IP</a:t>
                      </a:r>
                      <a:r>
                        <a:rPr lang="en-GB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VPN is L3 network)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  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Multiple packet/frame size support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  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7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Performance reporting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167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Protected (backbone and Access)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98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Diversity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(Resilience</a:t>
                      </a:r>
                      <a:r>
                        <a:rPr lang="en-GB" sz="12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options) 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en-GB" sz="1200" b="1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Interface </a:t>
                      </a:r>
                      <a:r>
                        <a:rPr lang="en-GB" sz="120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protection (LAG)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67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b="1" dirty="0">
                          <a:effectLst/>
                        </a:rPr>
                        <a:t>Fixed route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lang="en-GB" sz="12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>
                          <a:solidFill>
                            <a:schemeClr val="tx1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Class of Service</a:t>
                      </a:r>
                      <a:endParaRPr lang="en-US" sz="1200" b="1" dirty="0">
                        <a:solidFill>
                          <a:schemeClr val="tx1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950364"/>
                  </a:ext>
                </a:extLst>
              </a:tr>
              <a:tr h="23217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Encryption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2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 </a:t>
                      </a:r>
                      <a:r>
                        <a:rPr lang="en-GB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(Bespoke)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675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200" b="1" dirty="0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SLA </a:t>
                      </a:r>
                      <a:endParaRPr lang="en-US" sz="120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</a:t>
                      </a:r>
                      <a:r>
                        <a:rPr lang="fr-FR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availability</a:t>
                      </a:r>
                      <a:r>
                        <a:rPr lang="fr-FR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TTR and performance SLA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Service</a:t>
                      </a:r>
                      <a:r>
                        <a:rPr lang="fr-FR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kern="1200" baseline="0" noProof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availability</a:t>
                      </a:r>
                      <a:r>
                        <a:rPr lang="fr-FR" sz="1200" kern="1200" baseline="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, TTR and performance SLA</a:t>
                      </a:r>
                      <a:endParaRPr lang="en-US" sz="12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655000FB-A8B1-516F-F636-5754C30AB16E}"/>
              </a:ext>
            </a:extLst>
          </p:cNvPr>
          <p:cNvSpPr/>
          <p:nvPr/>
        </p:nvSpPr>
        <p:spPr>
          <a:xfrm>
            <a:off x="717792" y="6222493"/>
            <a:ext cx="630480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Wingdings"/>
              </a:rPr>
              <a:t>(*1) 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yes for all </a:t>
            </a:r>
            <a:r>
              <a:rPr kumimoji="0" lang="en-GB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IQNet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nodes, restricted for legacy platforms      </a:t>
            </a:r>
            <a:r>
              <a:rPr kumimoji="0" lang="en-GB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Wingdings"/>
              </a:rPr>
              <a:t>(*2) Backbone is always protected including Unprotected services</a:t>
            </a:r>
            <a:endParaRPr kumimoji="0" lang="en-GB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0382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FCBA-11B4-19A6-1B19-AE69EFE8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0DB35C-CF38-910C-2261-EEE25DF847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altLang="en-US" dirty="0">
                <a:solidFill>
                  <a:schemeClr val="tx2"/>
                </a:solidFill>
              </a:rPr>
              <a:t>Ethernet Products</a:t>
            </a:r>
          </a:p>
        </p:txBody>
      </p:sp>
    </p:spTree>
    <p:extLst>
      <p:ext uri="{BB962C8B-B14F-4D97-AF65-F5344CB8AC3E}">
        <p14:creationId xmlns:p14="http://schemas.microsoft.com/office/powerpoint/2010/main" val="93393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BB3AC-834C-DA96-A267-400E393BA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7677B75-7CD9-17A4-5F3D-71EB85B3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C76473E-6E4C-4AD3-0C9E-1B56C9703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98" y="136339"/>
            <a:ext cx="12191996" cy="504000"/>
          </a:xfrm>
        </p:spPr>
        <p:txBody>
          <a:bodyPr/>
          <a:lstStyle/>
          <a:p>
            <a:r>
              <a:rPr lang="en-GB" dirty="0"/>
              <a:t>Supported Features Ethernet Line, Private Ethernet, Ethernet </a:t>
            </a:r>
            <a:r>
              <a:rPr lang="en-GB" dirty="0" err="1"/>
              <a:t>Hub&amp;Spoke</a:t>
            </a:r>
            <a:r>
              <a:rPr lang="en-GB" dirty="0"/>
              <a:t> and Ethernet VPN</a:t>
            </a:r>
            <a:endParaRPr lang="fr-FR" dirty="0"/>
          </a:p>
        </p:txBody>
      </p:sp>
      <p:graphicFrame>
        <p:nvGraphicFramePr>
          <p:cNvPr id="7" name="Table 3">
            <a:extLst>
              <a:ext uri="{FF2B5EF4-FFF2-40B4-BE49-F238E27FC236}">
                <a16:creationId xmlns:a16="http://schemas.microsoft.com/office/drawing/2014/main" id="{A9938D29-7BE9-22DB-C764-3D720ABF5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4187112"/>
              </p:ext>
            </p:extLst>
          </p:nvPr>
        </p:nvGraphicFramePr>
        <p:xfrm>
          <a:off x="288032" y="548680"/>
          <a:ext cx="11521281" cy="6024402"/>
        </p:xfrm>
        <a:graphic>
          <a:graphicData uri="http://schemas.openxmlformats.org/drawingml/2006/table">
            <a:tbl>
              <a:tblPr firstRow="1" bandRow="1" bandCol="1"/>
              <a:tblGrid>
                <a:gridCol w="22322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5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3340">
                  <a:extLst>
                    <a:ext uri="{9D8B030D-6E8A-4147-A177-3AD203B41FA5}">
                      <a16:colId xmlns:a16="http://schemas.microsoft.com/office/drawing/2014/main" val="3893912716"/>
                    </a:ext>
                  </a:extLst>
                </a:gridCol>
                <a:gridCol w="22156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4067">
                  <a:extLst>
                    <a:ext uri="{9D8B030D-6E8A-4147-A177-3AD203B41FA5}">
                      <a16:colId xmlns:a16="http://schemas.microsoft.com/office/drawing/2014/main" val="3973715651"/>
                    </a:ext>
                  </a:extLst>
                </a:gridCol>
              </a:tblGrid>
              <a:tr h="270022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dirty="0">
                          <a:solidFill>
                            <a:schemeClr val="bg2"/>
                          </a:solidFill>
                          <a:effectLst/>
                          <a:latin typeface="+mj-lt"/>
                        </a:rPr>
                        <a:t>Feature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+mj-lt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dirty="0">
                          <a:solidFill>
                            <a:schemeClr val="bg2"/>
                          </a:solidFill>
                          <a:effectLst/>
                          <a:latin typeface="+mj-lt"/>
                        </a:rPr>
                        <a:t>Ethernet Line</a:t>
                      </a:r>
                      <a:endParaRPr lang="en-US" sz="1400" dirty="0">
                        <a:solidFill>
                          <a:schemeClr val="bg2"/>
                        </a:solidFill>
                        <a:effectLst/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Private Ethernet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742579" rtl="0" eaLnBrk="1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Ethernet </a:t>
                      </a:r>
                      <a:r>
                        <a:rPr lang="en-GB" sz="1400" b="1" kern="1200" dirty="0" err="1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Hub&amp;Spoke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742579" rtl="0" eaLnBrk="1" fontAlgn="auto" latinLnBrk="0" hangingPunct="1">
                        <a:lnSpc>
                          <a:spcPts val="168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kern="1200" dirty="0">
                          <a:solidFill>
                            <a:schemeClr val="bg2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 Ethernet VPN</a:t>
                      </a:r>
                      <a:endParaRPr lang="en-US" sz="1400" b="1" kern="1200" dirty="0">
                        <a:solidFill>
                          <a:schemeClr val="bg2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3344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Applicable Service rates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2Mb/s to 100Gb/s </a:t>
                      </a: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(*1)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1G,</a:t>
                      </a:r>
                      <a:r>
                        <a:rPr lang="en-GB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2G, 3G, …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10Gbit/s, 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up to 100Gbit/s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Hub : 1G, 10G, 100G</a:t>
                      </a:r>
                      <a:b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</a:b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Spoke : 2Mb/s to 10Gb/s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2Mb/s to 40Gb/s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4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Geographies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Europe, Asia,</a:t>
                      </a:r>
                      <a:r>
                        <a:rPr lang="fr-FR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North </a:t>
                      </a:r>
                      <a:r>
                        <a:rPr lang="fr-FR" sz="1050" kern="1200" baseline="0" dirty="0" err="1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America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Europe, Asia (</a:t>
                      </a:r>
                      <a:r>
                        <a:rPr kumimoji="0" lang="fr-F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coming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</a:t>
                      </a:r>
                      <a:r>
                        <a:rPr kumimoji="0" lang="fr-F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soon</a:t>
                      </a: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Europe, Asia, North </a:t>
                      </a:r>
                      <a:r>
                        <a:rPr kumimoji="0" lang="fr-F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America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Europe, Asia, North </a:t>
                      </a:r>
                      <a:r>
                        <a:rPr kumimoji="0" lang="fr-FR" sz="105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America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387266"/>
                  </a:ext>
                </a:extLst>
              </a:tr>
              <a:tr h="24064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Coverage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Metro, National, International</a:t>
                      </a:r>
                      <a:endParaRPr lang="en-US" sz="1050" kern="120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Metro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Metro, National, International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Metro, National, International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665384"/>
                  </a:ext>
                </a:extLst>
              </a:tr>
              <a:tr h="24064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Point-to-point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Point-to-Multipoint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b="1" kern="1200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Multipoint-to-Multipoint</a:t>
                      </a:r>
                      <a:endParaRPr lang="en-US" sz="1050" b="1" kern="1200" dirty="0">
                        <a:solidFill>
                          <a:schemeClr val="dk1"/>
                        </a:solidFill>
                        <a:effectLst/>
                        <a:latin typeface="Calibri"/>
                        <a:ea typeface="+mn-ea"/>
                        <a:cs typeface="+mn-cs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056225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Fixed rate billing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Commit Plus Burst rate billing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Tagged &amp; Untagged frames supported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MAC address aware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Layer 2 Protocol transparency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lang="en-GB" sz="1100" kern="1200" noProof="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kumimoji="0" lang="en-GB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kumimoji="0" lang="en-GB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kumimoji="0" lang="en-GB" sz="105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(*2)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VLAN Transparency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(VLAN aware service)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  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Multiple frame size support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  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9439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Max Ethernet frame size 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9182 bytes  (case by case check)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9182 bytes  (case by case check)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9182 bytes  (case by case check)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9182 bytes  (case by case check)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0166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Default Customer MTU 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On-net</a:t>
                      </a:r>
                      <a:r>
                        <a:rPr lang="en-GB" sz="105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 : </a:t>
                      </a:r>
                      <a:r>
                        <a:rPr lang="en-GB" sz="105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9100 bytes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Off-net : 1534</a:t>
                      </a:r>
                      <a:r>
                        <a:rPr lang="en-GB" sz="1050" baseline="0" dirty="0">
                          <a:solidFill>
                            <a:srgbClr val="262626"/>
                          </a:solidFill>
                          <a:effectLst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 bytes (most OLO supports Jumbo frames)</a:t>
                      </a:r>
                      <a:endParaRPr lang="en-US" sz="105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On-net : </a:t>
                      </a:r>
                      <a:r>
                        <a:rPr lang="en-GB" sz="105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9100 bytes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Off-net : 1534 bytes (most OLO supports Jumbo frames)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On-net </a:t>
                      </a:r>
                      <a:r>
                        <a:rPr lang="en-GB" sz="105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: 9100 bytes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Off-net : 1534 bytes (most OLO supports Jumbo frames)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On-net : </a:t>
                      </a:r>
                      <a:r>
                        <a:rPr lang="en-GB" sz="1050" kern="1200" baseline="0" noProof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9100 bytes</a:t>
                      </a:r>
                    </a:p>
                    <a:p>
                      <a:pPr marL="0" marR="0" lvl="0" indent="0" algn="ctr" defTabSz="91394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62626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</a:rPr>
                        <a:t>Off-net : 1534 bytes (most OLO supports Jumbo frames)</a:t>
                      </a:r>
                      <a:endParaRPr kumimoji="0" lang="en-US" sz="10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Performance reporting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</a:t>
                      </a:r>
                      <a:r>
                        <a:rPr lang="en-GB" sz="1050" kern="1200" baseline="0" dirty="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for MMSP as a standard)</a:t>
                      </a:r>
                      <a:endParaRPr lang="en-US" sz="1100" kern="1200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MMSP at the moment)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MMSP at the moment)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394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kumimoji="0" lang="en-GB" sz="105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MMSP at the moment)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771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Protected (backbone and access)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(*3)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(end</a:t>
                      </a:r>
                      <a:r>
                        <a:rPr lang="en-GB" sz="1100" kern="1200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to end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)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(*3)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(*3)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Diversity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950364"/>
                  </a:ext>
                </a:extLst>
              </a:tr>
              <a:tr h="226351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  <a:r>
                        <a:rPr lang="en-GB" sz="1050" b="1" baseline="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Interface </a:t>
                      </a:r>
                      <a:r>
                        <a:rPr lang="en-GB" sz="1050" b="1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protection (LAG)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 panose="020F0502020204030204" pitchFamily="34" charset="0"/>
                        <a:ea typeface="Times New Roman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771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Fixed route and latency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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(*4)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     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(*4)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6195" marR="36195" marT="36195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631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b="1" dirty="0">
                          <a:effectLst/>
                        </a:rPr>
                        <a:t>Link Loss Forwarding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</a:t>
                      </a:r>
                      <a:endParaRPr lang="en-US" sz="1100" kern="12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631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b="1" dirty="0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Class of Service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MMSP)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Not applicable</a:t>
                      </a:r>
                      <a:endParaRPr lang="en-US" sz="105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r>
                        <a:rPr lang="en-GB" sz="11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 </a:t>
                      </a:r>
                      <a:r>
                        <a:rPr lang="en-GB" sz="105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(only for MMSP)</a:t>
                      </a:r>
                      <a:endParaRPr lang="en-US" sz="11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152213"/>
                  </a:ext>
                </a:extLst>
              </a:tr>
              <a:tr h="136313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fr-FR" sz="1050" b="1" dirty="0" err="1">
                          <a:solidFill>
                            <a:srgbClr val="262626"/>
                          </a:solidFill>
                          <a:effectLst/>
                          <a:latin typeface="Calibri"/>
                          <a:ea typeface="Times New Roman"/>
                          <a:cs typeface="Times New Roman"/>
                        </a:rPr>
                        <a:t>Encryption</a:t>
                      </a:r>
                      <a:endParaRPr lang="en-US" sz="1050" b="1" dirty="0">
                        <a:solidFill>
                          <a:srgbClr val="262626"/>
                        </a:solidFill>
                        <a:effectLst/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6195" marR="36195" marT="3619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dirty="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</a:t>
                      </a:r>
                      <a:endParaRPr lang="en-US" sz="1100" kern="1200" dirty="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(bespoke)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(bespoke)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kern="1200" noProof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 </a:t>
                      </a:r>
                      <a:r>
                        <a:rPr lang="en-GB" sz="1050" kern="1200" noProof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  <a:sym typeface="Wingdings"/>
                        </a:rPr>
                        <a:t>(bespoke)</a:t>
                      </a:r>
                      <a:endParaRPr lang="en-US" sz="1100" kern="1200" noProof="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marL="34723" marR="34723" marT="34723" marB="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55555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54701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F14A8AF-1539-D410-2EED-8AFCC5A6E896}"/>
              </a:ext>
            </a:extLst>
          </p:cNvPr>
          <p:cNvSpPr/>
          <p:nvPr/>
        </p:nvSpPr>
        <p:spPr>
          <a:xfrm>
            <a:off x="288032" y="6613939"/>
            <a:ext cx="1077652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dk1"/>
                </a:solidFill>
                <a:sym typeface="Wingdings"/>
              </a:rPr>
              <a:t>(*1) &gt; 10 Gb/s only in Key DCs    (*2) </a:t>
            </a:r>
            <a:r>
              <a:rPr lang="en-GB" sz="800" dirty="0"/>
              <a:t>yes for all </a:t>
            </a:r>
            <a:r>
              <a:rPr lang="en-GB" sz="800" dirty="0" err="1"/>
              <a:t>IQNet</a:t>
            </a:r>
            <a:r>
              <a:rPr lang="en-GB" sz="800" dirty="0"/>
              <a:t> nodes, restricted for legacy platforms    </a:t>
            </a:r>
            <a:r>
              <a:rPr lang="en-GB" sz="800" dirty="0">
                <a:solidFill>
                  <a:schemeClr val="dk1"/>
                </a:solidFill>
                <a:sym typeface="Wingdings"/>
              </a:rPr>
              <a:t> (*3)</a:t>
            </a:r>
            <a:r>
              <a:rPr lang="en-GB" sz="800" dirty="0">
                <a:latin typeface="Calibri" panose="020F0502020204030204" pitchFamily="34" charset="0"/>
                <a:cs typeface="Calibri" panose="020F0502020204030204" pitchFamily="34" charset="0"/>
                <a:sym typeface="Wingdings"/>
              </a:rPr>
              <a:t> </a:t>
            </a:r>
            <a:r>
              <a:rPr lang="en-GB" sz="800" dirty="0">
                <a:solidFill>
                  <a:schemeClr val="dk1"/>
                </a:solidFill>
                <a:sym typeface="Wingdings"/>
              </a:rPr>
              <a:t>Backbone is always protected including Unprotected services     (*4) being developed for 2026/27</a:t>
            </a:r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3784491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71808-F2E3-EFD6-5F56-CBD7019F2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3011" y="3719812"/>
            <a:ext cx="9144000" cy="1374086"/>
          </a:xfrm>
        </p:spPr>
        <p:txBody>
          <a:bodyPr>
            <a:normAutofit fontScale="90000"/>
          </a:bodyPr>
          <a:lstStyle/>
          <a:p>
            <a:r>
              <a:rPr lang="en-US" sz="1380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9FB67-78AB-B218-D93B-A484BA8A5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21680B0-85BD-AB42-BDDD-92217BDBB353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54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0186-039F-DC2F-AE6D-3EBD1EF5B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A41082-22EB-788A-C353-D0BDE600C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800" y="227851"/>
            <a:ext cx="9589423" cy="504000"/>
          </a:xfrm>
        </p:spPr>
        <p:txBody>
          <a:bodyPr>
            <a:normAutofit/>
          </a:bodyPr>
          <a:lstStyle/>
          <a:p>
            <a:r>
              <a:rPr lang="en-GB" dirty="0"/>
              <a:t>The OSI (Open Systems Interconnection) model : the 7 layers model </a:t>
            </a:r>
          </a:p>
        </p:txBody>
      </p:sp>
      <p:sp>
        <p:nvSpPr>
          <p:cNvPr id="46" name="TextBox 1">
            <a:extLst>
              <a:ext uri="{FF2B5EF4-FFF2-40B4-BE49-F238E27FC236}">
                <a16:creationId xmlns:a16="http://schemas.microsoft.com/office/drawing/2014/main" id="{EA5D9667-C58B-2ECA-C661-7C9564193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2382" y="1095262"/>
            <a:ext cx="16827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42F11-97FD-72F4-C248-46A949215918}"/>
              </a:ext>
            </a:extLst>
          </p:cNvPr>
          <p:cNvSpPr/>
          <p:nvPr/>
        </p:nvSpPr>
        <p:spPr>
          <a:xfrm>
            <a:off x="371061" y="797183"/>
            <a:ext cx="624913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7 layers conceptual model describes how computers </a:t>
            </a:r>
          </a:p>
          <a:p>
            <a:pPr>
              <a:defRPr/>
            </a:pPr>
            <a:r>
              <a:rPr lang="en-GB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should “talk” to each other.</a:t>
            </a:r>
          </a:p>
          <a:p>
            <a:pPr>
              <a:defRPr/>
            </a:pPr>
            <a:endParaRPr lang="en-GB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Our Network products are mainly using the first 3 layers :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IP = Layer 3 –  Network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Ethernet = Layer 2 – Data Link </a:t>
            </a:r>
          </a:p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Wave = Layer 1 – Physical </a:t>
            </a:r>
          </a:p>
        </p:txBody>
      </p:sp>
      <p:graphicFrame>
        <p:nvGraphicFramePr>
          <p:cNvPr id="23" name="Table 10">
            <a:extLst>
              <a:ext uri="{FF2B5EF4-FFF2-40B4-BE49-F238E27FC236}">
                <a16:creationId xmlns:a16="http://schemas.microsoft.com/office/drawing/2014/main" id="{99F10CC1-D04A-3A72-3240-C68108086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033289"/>
              </p:ext>
            </p:extLst>
          </p:nvPr>
        </p:nvGraphicFramePr>
        <p:xfrm>
          <a:off x="179635" y="3074503"/>
          <a:ext cx="6440557" cy="34848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439151">
                  <a:extLst>
                    <a:ext uri="{9D8B030D-6E8A-4147-A177-3AD203B41FA5}">
                      <a16:colId xmlns:a16="http://schemas.microsoft.com/office/drawing/2014/main" val="1516125819"/>
                    </a:ext>
                  </a:extLst>
                </a:gridCol>
                <a:gridCol w="5001406">
                  <a:extLst>
                    <a:ext uri="{9D8B030D-6E8A-4147-A177-3AD203B41FA5}">
                      <a16:colId xmlns:a16="http://schemas.microsoft.com/office/drawing/2014/main" val="183347353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b="1" dirty="0">
                          <a:solidFill>
                            <a:schemeClr val="bg2"/>
                          </a:solidFill>
                          <a:effectLst/>
                        </a:rPr>
                        <a:t>Layer name</a:t>
                      </a:r>
                      <a:endParaRPr lang="en-GB" sz="12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b="1" dirty="0">
                          <a:solidFill>
                            <a:schemeClr val="bg2"/>
                          </a:solidFill>
                          <a:effectLst/>
                        </a:rPr>
                        <a:t>Description</a:t>
                      </a:r>
                      <a:endParaRPr lang="en-GB" sz="1200" dirty="0">
                        <a:solidFill>
                          <a:schemeClr val="bg2"/>
                        </a:solidFill>
                        <a:effectLst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04846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b="0" dirty="0">
                          <a:effectLst/>
                        </a:rPr>
                        <a:t>7 – Application</a:t>
                      </a:r>
                      <a:endParaRPr lang="en-GB" sz="1200" dirty="0">
                        <a:effectLst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b="0" dirty="0">
                          <a:effectLst/>
                        </a:rPr>
                        <a:t>Graphical user interface; primary user interface with communication system.</a:t>
                      </a:r>
                      <a:endParaRPr lang="en-GB" sz="1200" dirty="0">
                        <a:effectLst/>
                      </a:endParaRP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218824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6 – Presentation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Supports the functionality of the application layer by providing services such as formatting and translation of data.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442287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5- Session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Maintains the transmission path by synchronizing packets and controlling access to the medium by the Application layer.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87686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>
                          <a:effectLst/>
                        </a:rPr>
                        <a:t>4 – Transport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Ensures the quality of transmission and determines the best route for transmission of data using the Network layer below.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34136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>
                          <a:effectLst/>
                        </a:rPr>
                        <a:t>3 – Network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Finds a route for transmission of data and establishes and maintains the connection between two connected nodes.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28409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>
                          <a:effectLst/>
                        </a:rPr>
                        <a:t>2- Data Link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Creates, transmits, and receives packets. Controls the Physical layer.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791457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>
                          <a:effectLst/>
                        </a:rPr>
                        <a:t>1- Physical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kumimoji="1"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r>
                        <a:rPr lang="en-GB" sz="1200" dirty="0">
                          <a:effectLst/>
                        </a:rPr>
                        <a:t>Converts data into bits for transmission and converts received bits into usable data for the layers above it.</a:t>
                      </a:r>
                    </a:p>
                  </a:txBody>
                  <a:tcPr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59B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1050066"/>
                  </a:ext>
                </a:extLst>
              </a:tr>
            </a:tbl>
          </a:graphicData>
        </a:graphic>
      </p:graphicFrame>
      <p:pic>
        <p:nvPicPr>
          <p:cNvPr id="24" name="Picture 94">
            <a:extLst>
              <a:ext uri="{FF2B5EF4-FFF2-40B4-BE49-F238E27FC236}">
                <a16:creationId xmlns:a16="http://schemas.microsoft.com/office/drawing/2014/main" id="{0931CA59-5D0D-9483-1791-7F99A6AB9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710" y="1101997"/>
            <a:ext cx="817857" cy="710848"/>
          </a:xfrm>
          <a:prstGeom prst="rect">
            <a:avLst/>
          </a:prstGeom>
        </p:spPr>
      </p:pic>
      <p:pic>
        <p:nvPicPr>
          <p:cNvPr id="25" name="Picture 95">
            <a:extLst>
              <a:ext uri="{FF2B5EF4-FFF2-40B4-BE49-F238E27FC236}">
                <a16:creationId xmlns:a16="http://schemas.microsoft.com/office/drawing/2014/main" id="{1DDDFFC9-0101-BF05-430D-D742C7999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532" y="1101997"/>
            <a:ext cx="817857" cy="710848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75B3F690-F991-C5A2-12F3-14E26F04E002}"/>
              </a:ext>
            </a:extLst>
          </p:cNvPr>
          <p:cNvSpPr/>
          <p:nvPr/>
        </p:nvSpPr>
        <p:spPr>
          <a:xfrm>
            <a:off x="6965161" y="2119298"/>
            <a:ext cx="1018956" cy="374448"/>
          </a:xfrm>
          <a:prstGeom prst="rect">
            <a:avLst/>
          </a:prstGeom>
          <a:solidFill>
            <a:srgbClr val="E9E9E9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7" name="Straight Arrow Connector 97">
            <a:extLst>
              <a:ext uri="{FF2B5EF4-FFF2-40B4-BE49-F238E27FC236}">
                <a16:creationId xmlns:a16="http://schemas.microsoft.com/office/drawing/2014/main" id="{6403BB30-7FD2-46DC-0E5B-0F9D0606B9D1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>
            <a:off x="7474639" y="1812845"/>
            <a:ext cx="0" cy="306453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25E4CBD4-66C0-902C-43FA-8D7DA7069B03}"/>
              </a:ext>
            </a:extLst>
          </p:cNvPr>
          <p:cNvSpPr/>
          <p:nvPr/>
        </p:nvSpPr>
        <p:spPr>
          <a:xfrm>
            <a:off x="6965161" y="2719220"/>
            <a:ext cx="1018956" cy="374448"/>
          </a:xfrm>
          <a:prstGeom prst="rect">
            <a:avLst/>
          </a:prstGeom>
          <a:solidFill>
            <a:srgbClr val="E9E9E9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Presentation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C9BF763-A362-B7CF-CB08-C742545EA39E}"/>
              </a:ext>
            </a:extLst>
          </p:cNvPr>
          <p:cNvSpPr/>
          <p:nvPr/>
        </p:nvSpPr>
        <p:spPr>
          <a:xfrm>
            <a:off x="6965161" y="3319142"/>
            <a:ext cx="1018956" cy="374448"/>
          </a:xfrm>
          <a:prstGeom prst="rect">
            <a:avLst/>
          </a:prstGeom>
          <a:solidFill>
            <a:srgbClr val="E9E9E9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Session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806B5D-C125-3B56-68DA-B383BAF4570D}"/>
              </a:ext>
            </a:extLst>
          </p:cNvPr>
          <p:cNvSpPr/>
          <p:nvPr/>
        </p:nvSpPr>
        <p:spPr>
          <a:xfrm>
            <a:off x="6965161" y="3919064"/>
            <a:ext cx="1018956" cy="374448"/>
          </a:xfrm>
          <a:prstGeom prst="rect">
            <a:avLst/>
          </a:prstGeom>
          <a:solidFill>
            <a:srgbClr val="00A59B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Transport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260581-3459-4EF0-E856-DB4EEA3AEC9C}"/>
              </a:ext>
            </a:extLst>
          </p:cNvPr>
          <p:cNvSpPr/>
          <p:nvPr/>
        </p:nvSpPr>
        <p:spPr>
          <a:xfrm>
            <a:off x="6965161" y="4518986"/>
            <a:ext cx="1018956" cy="374448"/>
          </a:xfrm>
          <a:prstGeom prst="rect">
            <a:avLst/>
          </a:prstGeom>
          <a:solidFill>
            <a:srgbClr val="FF8C2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E33A5C-F585-CE28-91B3-F566AB468D99}"/>
              </a:ext>
            </a:extLst>
          </p:cNvPr>
          <p:cNvSpPr/>
          <p:nvPr/>
        </p:nvSpPr>
        <p:spPr>
          <a:xfrm>
            <a:off x="6965161" y="5118908"/>
            <a:ext cx="1018956" cy="374448"/>
          </a:xfrm>
          <a:prstGeom prst="rect">
            <a:avLst/>
          </a:prstGeom>
          <a:solidFill>
            <a:srgbClr val="C82D2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Link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69EF42F-3D08-1120-9934-2732788B26C0}"/>
              </a:ext>
            </a:extLst>
          </p:cNvPr>
          <p:cNvSpPr/>
          <p:nvPr/>
        </p:nvSpPr>
        <p:spPr>
          <a:xfrm>
            <a:off x="6965161" y="5718831"/>
            <a:ext cx="1018956" cy="374448"/>
          </a:xfrm>
          <a:prstGeom prst="rect">
            <a:avLst/>
          </a:prstGeom>
          <a:solidFill>
            <a:srgbClr val="E9E9E9">
              <a:lumMod val="5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Physical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DE2422-B672-8F5D-0423-80816D9F0B8E}"/>
              </a:ext>
            </a:extLst>
          </p:cNvPr>
          <p:cNvSpPr/>
          <p:nvPr/>
        </p:nvSpPr>
        <p:spPr>
          <a:xfrm>
            <a:off x="10801983" y="2119298"/>
            <a:ext cx="1018956" cy="374448"/>
          </a:xfrm>
          <a:prstGeom prst="rect">
            <a:avLst/>
          </a:prstGeom>
          <a:solidFill>
            <a:srgbClr val="E9E9E9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2299481-ED22-4646-91AF-9AF5849FC8D1}"/>
              </a:ext>
            </a:extLst>
          </p:cNvPr>
          <p:cNvSpPr/>
          <p:nvPr/>
        </p:nvSpPr>
        <p:spPr>
          <a:xfrm>
            <a:off x="10801983" y="2719220"/>
            <a:ext cx="1018956" cy="374448"/>
          </a:xfrm>
          <a:prstGeom prst="rect">
            <a:avLst/>
          </a:prstGeom>
          <a:solidFill>
            <a:srgbClr val="E9E9E9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Presentation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4D61A6-154C-740E-2A00-5FD004043454}"/>
              </a:ext>
            </a:extLst>
          </p:cNvPr>
          <p:cNvSpPr/>
          <p:nvPr/>
        </p:nvSpPr>
        <p:spPr>
          <a:xfrm>
            <a:off x="10801983" y="3319142"/>
            <a:ext cx="1018956" cy="374448"/>
          </a:xfrm>
          <a:prstGeom prst="rect">
            <a:avLst/>
          </a:prstGeom>
          <a:solidFill>
            <a:srgbClr val="E9E9E9">
              <a:lumMod val="9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Session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BD4408-A812-99B4-937D-FBEE4AD052D0}"/>
              </a:ext>
            </a:extLst>
          </p:cNvPr>
          <p:cNvSpPr/>
          <p:nvPr/>
        </p:nvSpPr>
        <p:spPr>
          <a:xfrm>
            <a:off x="10801983" y="3919064"/>
            <a:ext cx="1018956" cy="374448"/>
          </a:xfrm>
          <a:prstGeom prst="rect">
            <a:avLst/>
          </a:prstGeom>
          <a:solidFill>
            <a:srgbClr val="00A59B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Transport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9841D77-9CF1-406B-915A-F6F37577E057}"/>
              </a:ext>
            </a:extLst>
          </p:cNvPr>
          <p:cNvSpPr/>
          <p:nvPr/>
        </p:nvSpPr>
        <p:spPr>
          <a:xfrm>
            <a:off x="10801983" y="4518986"/>
            <a:ext cx="1018956" cy="374448"/>
          </a:xfrm>
          <a:prstGeom prst="rect">
            <a:avLst/>
          </a:prstGeom>
          <a:solidFill>
            <a:srgbClr val="FF8C2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Network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298727-1899-33E9-4453-7F37C98FD231}"/>
              </a:ext>
            </a:extLst>
          </p:cNvPr>
          <p:cNvSpPr/>
          <p:nvPr/>
        </p:nvSpPr>
        <p:spPr>
          <a:xfrm>
            <a:off x="10801983" y="5118908"/>
            <a:ext cx="1018956" cy="374448"/>
          </a:xfrm>
          <a:prstGeom prst="rect">
            <a:avLst/>
          </a:prstGeom>
          <a:solidFill>
            <a:srgbClr val="C82D2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 Link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DF0E7AD-62C7-A32F-05AA-841888C7EA8A}"/>
              </a:ext>
            </a:extLst>
          </p:cNvPr>
          <p:cNvSpPr/>
          <p:nvPr/>
        </p:nvSpPr>
        <p:spPr>
          <a:xfrm>
            <a:off x="10801983" y="5718831"/>
            <a:ext cx="1018956" cy="374448"/>
          </a:xfrm>
          <a:prstGeom prst="rect">
            <a:avLst/>
          </a:prstGeom>
          <a:solidFill>
            <a:srgbClr val="E9E9E9">
              <a:lumMod val="50000"/>
            </a:srgb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Physical</a:t>
            </a:r>
            <a:endParaRPr kumimoji="0" lang="en-GB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Arrow Connector 111">
            <a:extLst>
              <a:ext uri="{FF2B5EF4-FFF2-40B4-BE49-F238E27FC236}">
                <a16:creationId xmlns:a16="http://schemas.microsoft.com/office/drawing/2014/main" id="{BDD18A47-5002-FA6C-7CAC-AFE9A1666A95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11311461" y="1812845"/>
            <a:ext cx="0" cy="306453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1B5DE707-7BF3-BDCF-E9A0-79A886C2E78D}"/>
              </a:ext>
            </a:extLst>
          </p:cNvPr>
          <p:cNvSpPr/>
          <p:nvPr/>
        </p:nvSpPr>
        <p:spPr>
          <a:xfrm>
            <a:off x="8096940" y="6269563"/>
            <a:ext cx="258898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Physical Transmission Medium</a:t>
            </a:r>
          </a:p>
        </p:txBody>
      </p:sp>
      <p:cxnSp>
        <p:nvCxnSpPr>
          <p:cNvPr id="43" name="Connector: Elbow 113">
            <a:extLst>
              <a:ext uri="{FF2B5EF4-FFF2-40B4-BE49-F238E27FC236}">
                <a16:creationId xmlns:a16="http://schemas.microsoft.com/office/drawing/2014/main" id="{C5538FD9-4D87-EA48-9551-3DD8810677D7}"/>
              </a:ext>
            </a:extLst>
          </p:cNvPr>
          <p:cNvCxnSpPr>
            <a:cxnSpLocks/>
            <a:stCxn id="42" idx="1"/>
            <a:endCxn id="33" idx="2"/>
          </p:cNvCxnSpPr>
          <p:nvPr/>
        </p:nvCxnSpPr>
        <p:spPr>
          <a:xfrm rot="10800000">
            <a:off x="7474640" y="6093280"/>
            <a:ext cx="622301" cy="330173"/>
          </a:xfrm>
          <a:prstGeom prst="bentConnector2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4" name="Connector: Elbow 114">
            <a:extLst>
              <a:ext uri="{FF2B5EF4-FFF2-40B4-BE49-F238E27FC236}">
                <a16:creationId xmlns:a16="http://schemas.microsoft.com/office/drawing/2014/main" id="{0A155D34-2203-2E86-65AE-78CD61103073}"/>
              </a:ext>
            </a:extLst>
          </p:cNvPr>
          <p:cNvCxnSpPr>
            <a:cxnSpLocks/>
            <a:stCxn id="42" idx="3"/>
            <a:endCxn id="40" idx="2"/>
          </p:cNvCxnSpPr>
          <p:nvPr/>
        </p:nvCxnSpPr>
        <p:spPr>
          <a:xfrm flipV="1">
            <a:off x="10685926" y="6093279"/>
            <a:ext cx="625535" cy="330173"/>
          </a:xfrm>
          <a:prstGeom prst="bentConnector2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45" name="Straight Arrow Connector 115">
            <a:extLst>
              <a:ext uri="{FF2B5EF4-FFF2-40B4-BE49-F238E27FC236}">
                <a16:creationId xmlns:a16="http://schemas.microsoft.com/office/drawing/2014/main" id="{CC9B2421-1C4A-F0EC-602F-17207443C0A1}"/>
              </a:ext>
            </a:extLst>
          </p:cNvPr>
          <p:cNvCxnSpPr>
            <a:cxnSpLocks/>
          </p:cNvCxnSpPr>
          <p:nvPr/>
        </p:nvCxnSpPr>
        <p:spPr>
          <a:xfrm>
            <a:off x="8125340" y="5906055"/>
            <a:ext cx="2560586" cy="0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triangle"/>
          </a:ln>
          <a:effectLst/>
        </p:spPr>
      </p:cxnSp>
      <p:cxnSp>
        <p:nvCxnSpPr>
          <p:cNvPr id="47" name="Straight Arrow Connector 116">
            <a:extLst>
              <a:ext uri="{FF2B5EF4-FFF2-40B4-BE49-F238E27FC236}">
                <a16:creationId xmlns:a16="http://schemas.microsoft.com/office/drawing/2014/main" id="{2D086FB9-F8F8-36D6-65AD-4254C3EB21BD}"/>
              </a:ext>
            </a:extLst>
          </p:cNvPr>
          <p:cNvCxnSpPr>
            <a:cxnSpLocks/>
            <a:endCxn id="52" idx="1"/>
          </p:cNvCxnSpPr>
          <p:nvPr/>
        </p:nvCxnSpPr>
        <p:spPr>
          <a:xfrm>
            <a:off x="8125349" y="4705657"/>
            <a:ext cx="357861" cy="554"/>
          </a:xfrm>
          <a:prstGeom prst="straightConnector1">
            <a:avLst/>
          </a:prstGeom>
          <a:noFill/>
          <a:ln w="19050" cap="flat" cmpd="sng" algn="ctr">
            <a:solidFill>
              <a:srgbClr val="FF8C2D"/>
            </a:solidFill>
            <a:prstDash val="dash"/>
            <a:headEnd type="triangle"/>
            <a:tailEnd type="none"/>
          </a:ln>
          <a:effectLst/>
        </p:spPr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834EAED-6C2A-BCD3-4646-CC63F5F62D4F}"/>
              </a:ext>
            </a:extLst>
          </p:cNvPr>
          <p:cNvSpPr/>
          <p:nvPr/>
        </p:nvSpPr>
        <p:spPr>
          <a:xfrm>
            <a:off x="8329086" y="5118909"/>
            <a:ext cx="1199746" cy="374448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Segmented Data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2E379E6-010E-C2D5-4C7D-0355A63953B4}"/>
              </a:ext>
            </a:extLst>
          </p:cNvPr>
          <p:cNvSpPr/>
          <p:nvPr/>
        </p:nvSpPr>
        <p:spPr>
          <a:xfrm>
            <a:off x="10145531" y="5118907"/>
            <a:ext cx="308249" cy="374448"/>
          </a:xfrm>
          <a:prstGeom prst="rect">
            <a:avLst/>
          </a:prstGeom>
          <a:solidFill>
            <a:srgbClr val="C82D2D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L2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642156D-DB8A-B324-B65E-90D994156F90}"/>
              </a:ext>
            </a:extLst>
          </p:cNvPr>
          <p:cNvSpPr/>
          <p:nvPr/>
        </p:nvSpPr>
        <p:spPr>
          <a:xfrm>
            <a:off x="9837282" y="5118911"/>
            <a:ext cx="308249" cy="374448"/>
          </a:xfrm>
          <a:prstGeom prst="rect">
            <a:avLst/>
          </a:prstGeom>
          <a:solidFill>
            <a:srgbClr val="FF8C2D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L3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9620019-A23C-CC39-8B79-266A081F8436}"/>
              </a:ext>
            </a:extLst>
          </p:cNvPr>
          <p:cNvSpPr/>
          <p:nvPr/>
        </p:nvSpPr>
        <p:spPr>
          <a:xfrm>
            <a:off x="9529033" y="5118911"/>
            <a:ext cx="308249" cy="374448"/>
          </a:xfrm>
          <a:prstGeom prst="rect">
            <a:avLst/>
          </a:prstGeom>
          <a:solidFill>
            <a:srgbClr val="00A59B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L4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FDB4A92-1ADE-EFD3-D9B1-F0C8657ECBCD}"/>
              </a:ext>
            </a:extLst>
          </p:cNvPr>
          <p:cNvSpPr/>
          <p:nvPr/>
        </p:nvSpPr>
        <p:spPr>
          <a:xfrm>
            <a:off x="8483210" y="4518986"/>
            <a:ext cx="1199746" cy="374449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Segmented Data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A667D4F-D40F-B117-48B4-987AB4B86CF7}"/>
              </a:ext>
            </a:extLst>
          </p:cNvPr>
          <p:cNvSpPr/>
          <p:nvPr/>
        </p:nvSpPr>
        <p:spPr>
          <a:xfrm>
            <a:off x="9991406" y="4518987"/>
            <a:ext cx="308249" cy="374449"/>
          </a:xfrm>
          <a:prstGeom prst="rect">
            <a:avLst/>
          </a:prstGeom>
          <a:solidFill>
            <a:srgbClr val="FF8C2D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L3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9BA090F-4799-0D02-5E95-4BDFFBE3CF1C}"/>
              </a:ext>
            </a:extLst>
          </p:cNvPr>
          <p:cNvSpPr/>
          <p:nvPr/>
        </p:nvSpPr>
        <p:spPr>
          <a:xfrm>
            <a:off x="9683157" y="4518987"/>
            <a:ext cx="308249" cy="374449"/>
          </a:xfrm>
          <a:prstGeom prst="rect">
            <a:avLst/>
          </a:prstGeom>
          <a:solidFill>
            <a:srgbClr val="00A59B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L4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F15BADD-F27A-FB5E-D28D-AF83AC2FCEFD}"/>
              </a:ext>
            </a:extLst>
          </p:cNvPr>
          <p:cNvSpPr/>
          <p:nvPr/>
        </p:nvSpPr>
        <p:spPr>
          <a:xfrm>
            <a:off x="8637335" y="3919062"/>
            <a:ext cx="1199746" cy="374449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Segmented Data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688A4F2-B8FD-0BFE-AAB0-213D1697A233}"/>
              </a:ext>
            </a:extLst>
          </p:cNvPr>
          <p:cNvSpPr/>
          <p:nvPr/>
        </p:nvSpPr>
        <p:spPr>
          <a:xfrm>
            <a:off x="9837282" y="3919063"/>
            <a:ext cx="308249" cy="374449"/>
          </a:xfrm>
          <a:prstGeom prst="rect">
            <a:avLst/>
          </a:prstGeom>
          <a:solidFill>
            <a:srgbClr val="00A59B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L4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284465C-BF22-FC18-88C1-B081B1E2D7F9}"/>
              </a:ext>
            </a:extLst>
          </p:cNvPr>
          <p:cNvSpPr/>
          <p:nvPr/>
        </p:nvSpPr>
        <p:spPr>
          <a:xfrm>
            <a:off x="8794694" y="2119299"/>
            <a:ext cx="1196712" cy="374449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Application Data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6A254BB-7600-0A25-E1D4-691902E233FC}"/>
              </a:ext>
            </a:extLst>
          </p:cNvPr>
          <p:cNvSpPr/>
          <p:nvPr/>
        </p:nvSpPr>
        <p:spPr>
          <a:xfrm>
            <a:off x="8794694" y="2717300"/>
            <a:ext cx="1196712" cy="374449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Presented Data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6DE54E3-03D1-3418-7AE2-BBC08AB69920}"/>
              </a:ext>
            </a:extLst>
          </p:cNvPr>
          <p:cNvSpPr/>
          <p:nvPr/>
        </p:nvSpPr>
        <p:spPr>
          <a:xfrm>
            <a:off x="8794694" y="3319137"/>
            <a:ext cx="1196712" cy="374449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E9E9E9">
                <a:lumMod val="75000"/>
              </a:srgbClr>
            </a:solidFill>
            <a:prstDash val="solid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Procedural Data</a:t>
            </a:r>
            <a:endParaRPr kumimoji="0" lang="en-GB" sz="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60" name="Straight Arrow Connector 132">
            <a:extLst>
              <a:ext uri="{FF2B5EF4-FFF2-40B4-BE49-F238E27FC236}">
                <a16:creationId xmlns:a16="http://schemas.microsoft.com/office/drawing/2014/main" id="{3E868929-9D2F-79F3-859E-C3B66EE74DCA}"/>
              </a:ext>
            </a:extLst>
          </p:cNvPr>
          <p:cNvCxnSpPr>
            <a:cxnSpLocks/>
            <a:stCxn id="26" idx="2"/>
            <a:endCxn id="28" idx="0"/>
          </p:cNvCxnSpPr>
          <p:nvPr/>
        </p:nvCxnSpPr>
        <p:spPr>
          <a:xfrm>
            <a:off x="7474639" y="2493746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1" name="Straight Arrow Connector 133">
            <a:extLst>
              <a:ext uri="{FF2B5EF4-FFF2-40B4-BE49-F238E27FC236}">
                <a16:creationId xmlns:a16="http://schemas.microsoft.com/office/drawing/2014/main" id="{65692C35-5289-E142-7045-011E31CC624E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>
            <a:off x="11311461" y="2493746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2" name="Straight Arrow Connector 134">
            <a:extLst>
              <a:ext uri="{FF2B5EF4-FFF2-40B4-BE49-F238E27FC236}">
                <a16:creationId xmlns:a16="http://schemas.microsoft.com/office/drawing/2014/main" id="{8DBF1760-6C50-6B03-A884-D53293069250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>
            <a:off x="7474639" y="3093668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3" name="Straight Arrow Connector 135">
            <a:extLst>
              <a:ext uri="{FF2B5EF4-FFF2-40B4-BE49-F238E27FC236}">
                <a16:creationId xmlns:a16="http://schemas.microsoft.com/office/drawing/2014/main" id="{11A5790F-1580-CA6A-D4E9-A216B6EF27C0}"/>
              </a:ext>
            </a:extLst>
          </p:cNvPr>
          <p:cNvCxnSpPr>
            <a:cxnSpLocks/>
            <a:stCxn id="35" idx="2"/>
            <a:endCxn id="36" idx="0"/>
          </p:cNvCxnSpPr>
          <p:nvPr/>
        </p:nvCxnSpPr>
        <p:spPr>
          <a:xfrm>
            <a:off x="11311461" y="3093668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4" name="Straight Arrow Connector 136">
            <a:extLst>
              <a:ext uri="{FF2B5EF4-FFF2-40B4-BE49-F238E27FC236}">
                <a16:creationId xmlns:a16="http://schemas.microsoft.com/office/drawing/2014/main" id="{B06A0F55-A0DE-954A-3299-A45ACABACE54}"/>
              </a:ext>
            </a:extLst>
          </p:cNvPr>
          <p:cNvCxnSpPr>
            <a:cxnSpLocks/>
            <a:stCxn id="29" idx="2"/>
            <a:endCxn id="30" idx="0"/>
          </p:cNvCxnSpPr>
          <p:nvPr/>
        </p:nvCxnSpPr>
        <p:spPr>
          <a:xfrm>
            <a:off x="7474639" y="3693590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5" name="Straight Arrow Connector 137">
            <a:extLst>
              <a:ext uri="{FF2B5EF4-FFF2-40B4-BE49-F238E27FC236}">
                <a16:creationId xmlns:a16="http://schemas.microsoft.com/office/drawing/2014/main" id="{E849BE0E-B371-665B-56EE-91318A87762B}"/>
              </a:ext>
            </a:extLst>
          </p:cNvPr>
          <p:cNvCxnSpPr>
            <a:cxnSpLocks/>
            <a:stCxn id="36" idx="2"/>
            <a:endCxn id="37" idx="0"/>
          </p:cNvCxnSpPr>
          <p:nvPr/>
        </p:nvCxnSpPr>
        <p:spPr>
          <a:xfrm>
            <a:off x="11311461" y="3693590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6" name="Straight Arrow Connector 138">
            <a:extLst>
              <a:ext uri="{FF2B5EF4-FFF2-40B4-BE49-F238E27FC236}">
                <a16:creationId xmlns:a16="http://schemas.microsoft.com/office/drawing/2014/main" id="{18B0A66F-6D7E-0BD5-3941-3B2E1B92EBC0}"/>
              </a:ext>
            </a:extLst>
          </p:cNvPr>
          <p:cNvCxnSpPr>
            <a:cxnSpLocks/>
            <a:stCxn id="30" idx="2"/>
            <a:endCxn id="31" idx="0"/>
          </p:cNvCxnSpPr>
          <p:nvPr/>
        </p:nvCxnSpPr>
        <p:spPr>
          <a:xfrm>
            <a:off x="7474639" y="4293512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7" name="Straight Arrow Connector 139">
            <a:extLst>
              <a:ext uri="{FF2B5EF4-FFF2-40B4-BE49-F238E27FC236}">
                <a16:creationId xmlns:a16="http://schemas.microsoft.com/office/drawing/2014/main" id="{DDC16C80-C54D-D573-CF2C-A459403659D5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11311461" y="4293512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8" name="Straight Arrow Connector 140">
            <a:extLst>
              <a:ext uri="{FF2B5EF4-FFF2-40B4-BE49-F238E27FC236}">
                <a16:creationId xmlns:a16="http://schemas.microsoft.com/office/drawing/2014/main" id="{9AD9A1B3-DC4D-C7EE-BAC0-35127810B98B}"/>
              </a:ext>
            </a:extLst>
          </p:cNvPr>
          <p:cNvCxnSpPr>
            <a:cxnSpLocks/>
            <a:stCxn id="31" idx="2"/>
            <a:endCxn id="32" idx="0"/>
          </p:cNvCxnSpPr>
          <p:nvPr/>
        </p:nvCxnSpPr>
        <p:spPr>
          <a:xfrm>
            <a:off x="7474639" y="4893434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69" name="Straight Arrow Connector 141">
            <a:extLst>
              <a:ext uri="{FF2B5EF4-FFF2-40B4-BE49-F238E27FC236}">
                <a16:creationId xmlns:a16="http://schemas.microsoft.com/office/drawing/2014/main" id="{2F34DC57-A1E4-1797-AE45-A256579DA4F9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11311461" y="4893434"/>
            <a:ext cx="0" cy="225474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0" name="Straight Arrow Connector 142">
            <a:extLst>
              <a:ext uri="{FF2B5EF4-FFF2-40B4-BE49-F238E27FC236}">
                <a16:creationId xmlns:a16="http://schemas.microsoft.com/office/drawing/2014/main" id="{9D3EA55E-B3A4-091D-2D81-4806CCB8549B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>
            <a:off x="7474639" y="5493356"/>
            <a:ext cx="0" cy="225475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1" name="Straight Arrow Connector 143">
            <a:extLst>
              <a:ext uri="{FF2B5EF4-FFF2-40B4-BE49-F238E27FC236}">
                <a16:creationId xmlns:a16="http://schemas.microsoft.com/office/drawing/2014/main" id="{9AAF4C72-DF6C-6DDD-CCAE-F60E1A7B0CC5}"/>
              </a:ext>
            </a:extLst>
          </p:cNvPr>
          <p:cNvCxnSpPr>
            <a:cxnSpLocks/>
            <a:stCxn id="39" idx="2"/>
            <a:endCxn id="40" idx="0"/>
          </p:cNvCxnSpPr>
          <p:nvPr/>
        </p:nvCxnSpPr>
        <p:spPr>
          <a:xfrm>
            <a:off x="11311461" y="5493356"/>
            <a:ext cx="0" cy="225475"/>
          </a:xfrm>
          <a:prstGeom prst="straightConnector1">
            <a:avLst/>
          </a:prstGeom>
          <a:noFill/>
          <a:ln w="38100" cap="flat" cmpd="sng" algn="ctr">
            <a:solidFill>
              <a:srgbClr val="000000"/>
            </a:solidFill>
            <a:prstDash val="solid"/>
            <a:tailEnd type="triangle"/>
          </a:ln>
          <a:effectLst/>
        </p:spPr>
      </p:cxnSp>
      <p:cxnSp>
        <p:nvCxnSpPr>
          <p:cNvPr id="72" name="Straight Arrow Connector 144">
            <a:extLst>
              <a:ext uri="{FF2B5EF4-FFF2-40B4-BE49-F238E27FC236}">
                <a16:creationId xmlns:a16="http://schemas.microsoft.com/office/drawing/2014/main" id="{48A8EF30-5FFF-9C19-7BE3-73E64754B5F4}"/>
              </a:ext>
            </a:extLst>
          </p:cNvPr>
          <p:cNvCxnSpPr>
            <a:cxnSpLocks/>
            <a:endCxn id="55" idx="1"/>
          </p:cNvCxnSpPr>
          <p:nvPr/>
        </p:nvCxnSpPr>
        <p:spPr>
          <a:xfrm flipV="1">
            <a:off x="8125349" y="4106287"/>
            <a:ext cx="511986" cy="2872"/>
          </a:xfrm>
          <a:prstGeom prst="straightConnector1">
            <a:avLst/>
          </a:prstGeom>
          <a:noFill/>
          <a:ln w="19050" cap="flat" cmpd="sng" algn="ctr">
            <a:solidFill>
              <a:srgbClr val="00A59B"/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3" name="Straight Arrow Connector 145">
            <a:extLst>
              <a:ext uri="{FF2B5EF4-FFF2-40B4-BE49-F238E27FC236}">
                <a16:creationId xmlns:a16="http://schemas.microsoft.com/office/drawing/2014/main" id="{4EC52E58-1CCC-13AB-0A47-D1B75F9369F3}"/>
              </a:ext>
            </a:extLst>
          </p:cNvPr>
          <p:cNvCxnSpPr>
            <a:cxnSpLocks/>
            <a:endCxn id="59" idx="1"/>
          </p:cNvCxnSpPr>
          <p:nvPr/>
        </p:nvCxnSpPr>
        <p:spPr>
          <a:xfrm flipV="1">
            <a:off x="8125349" y="3506362"/>
            <a:ext cx="669345" cy="2322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4" name="Straight Arrow Connector 146">
            <a:extLst>
              <a:ext uri="{FF2B5EF4-FFF2-40B4-BE49-F238E27FC236}">
                <a16:creationId xmlns:a16="http://schemas.microsoft.com/office/drawing/2014/main" id="{79D94846-88CD-F1B6-936F-6792138F677E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8125349" y="2904525"/>
            <a:ext cx="669345" cy="8123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5" name="Straight Arrow Connector 147">
            <a:extLst>
              <a:ext uri="{FF2B5EF4-FFF2-40B4-BE49-F238E27FC236}">
                <a16:creationId xmlns:a16="http://schemas.microsoft.com/office/drawing/2014/main" id="{94903F38-9DC1-9CCB-F50F-445C4D0A80EA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8125349" y="2304050"/>
            <a:ext cx="669345" cy="2474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6" name="Straight Arrow Connector 148">
            <a:extLst>
              <a:ext uri="{FF2B5EF4-FFF2-40B4-BE49-F238E27FC236}">
                <a16:creationId xmlns:a16="http://schemas.microsoft.com/office/drawing/2014/main" id="{20DB432A-8043-18AF-2B0C-7A0308AF8A26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125340" y="5306131"/>
            <a:ext cx="203746" cy="2"/>
          </a:xfrm>
          <a:prstGeom prst="straightConnector1">
            <a:avLst/>
          </a:prstGeom>
          <a:noFill/>
          <a:ln w="19050" cap="flat" cmpd="sng" algn="ctr">
            <a:solidFill>
              <a:srgbClr val="C82D2D"/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7" name="Straight Arrow Connector 149">
            <a:extLst>
              <a:ext uri="{FF2B5EF4-FFF2-40B4-BE49-F238E27FC236}">
                <a16:creationId xmlns:a16="http://schemas.microsoft.com/office/drawing/2014/main" id="{E52E5188-2E19-3365-0F24-24D681482764}"/>
              </a:ext>
            </a:extLst>
          </p:cNvPr>
          <p:cNvCxnSpPr>
            <a:cxnSpLocks/>
            <a:endCxn id="53" idx="3"/>
          </p:cNvCxnSpPr>
          <p:nvPr/>
        </p:nvCxnSpPr>
        <p:spPr>
          <a:xfrm flipH="1">
            <a:off x="10299655" y="4706208"/>
            <a:ext cx="356612" cy="4"/>
          </a:xfrm>
          <a:prstGeom prst="straightConnector1">
            <a:avLst/>
          </a:prstGeom>
          <a:noFill/>
          <a:ln w="19050" cap="flat" cmpd="sng" algn="ctr">
            <a:solidFill>
              <a:srgbClr val="FF8C2D"/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8" name="Straight Arrow Connector 150">
            <a:extLst>
              <a:ext uri="{FF2B5EF4-FFF2-40B4-BE49-F238E27FC236}">
                <a16:creationId xmlns:a16="http://schemas.microsoft.com/office/drawing/2014/main" id="{5419A0C4-A251-5744-3A24-A15B50CC7C03}"/>
              </a:ext>
            </a:extLst>
          </p:cNvPr>
          <p:cNvCxnSpPr>
            <a:cxnSpLocks/>
            <a:endCxn id="56" idx="3"/>
          </p:cNvCxnSpPr>
          <p:nvPr/>
        </p:nvCxnSpPr>
        <p:spPr>
          <a:xfrm flipH="1">
            <a:off x="10145531" y="4104589"/>
            <a:ext cx="510736" cy="1699"/>
          </a:xfrm>
          <a:prstGeom prst="straightConnector1">
            <a:avLst/>
          </a:prstGeom>
          <a:noFill/>
          <a:ln w="19050" cap="flat" cmpd="sng" algn="ctr">
            <a:solidFill>
              <a:srgbClr val="00A59B"/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79" name="Straight Arrow Connector 151">
            <a:extLst>
              <a:ext uri="{FF2B5EF4-FFF2-40B4-BE49-F238E27FC236}">
                <a16:creationId xmlns:a16="http://schemas.microsoft.com/office/drawing/2014/main" id="{8024C1C3-0ECF-6680-686A-283583885159}"/>
              </a:ext>
            </a:extLst>
          </p:cNvPr>
          <p:cNvCxnSpPr>
            <a:cxnSpLocks/>
            <a:endCxn id="59" idx="3"/>
          </p:cNvCxnSpPr>
          <p:nvPr/>
        </p:nvCxnSpPr>
        <p:spPr>
          <a:xfrm flipH="1">
            <a:off x="9991406" y="3505659"/>
            <a:ext cx="664861" cy="703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80" name="Straight Arrow Connector 152">
            <a:extLst>
              <a:ext uri="{FF2B5EF4-FFF2-40B4-BE49-F238E27FC236}">
                <a16:creationId xmlns:a16="http://schemas.microsoft.com/office/drawing/2014/main" id="{83B5EEBE-FBE8-02CF-9163-A67E22E1AD57}"/>
              </a:ext>
            </a:extLst>
          </p:cNvPr>
          <p:cNvCxnSpPr>
            <a:cxnSpLocks/>
          </p:cNvCxnSpPr>
          <p:nvPr/>
        </p:nvCxnSpPr>
        <p:spPr>
          <a:xfrm flipH="1">
            <a:off x="9991406" y="2899646"/>
            <a:ext cx="664861" cy="703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81" name="Straight Arrow Connector 153">
            <a:extLst>
              <a:ext uri="{FF2B5EF4-FFF2-40B4-BE49-F238E27FC236}">
                <a16:creationId xmlns:a16="http://schemas.microsoft.com/office/drawing/2014/main" id="{A1B43AAD-5323-5E56-140E-CD6F4EC9D173}"/>
              </a:ext>
            </a:extLst>
          </p:cNvPr>
          <p:cNvCxnSpPr>
            <a:cxnSpLocks/>
          </p:cNvCxnSpPr>
          <p:nvPr/>
        </p:nvCxnSpPr>
        <p:spPr>
          <a:xfrm flipH="1">
            <a:off x="9991406" y="2304764"/>
            <a:ext cx="664861" cy="703"/>
          </a:xfrm>
          <a:prstGeom prst="straightConnector1">
            <a:avLst/>
          </a:prstGeom>
          <a:noFill/>
          <a:ln w="19050" cap="flat" cmpd="sng" algn="ctr">
            <a:solidFill>
              <a:srgbClr val="E9E9E9">
                <a:lumMod val="75000"/>
              </a:srgbClr>
            </a:solidFill>
            <a:prstDash val="dash"/>
            <a:headEnd type="triangle"/>
            <a:tailEnd type="none"/>
          </a:ln>
          <a:effectLst/>
        </p:spPr>
      </p:cxnSp>
      <p:cxnSp>
        <p:nvCxnSpPr>
          <p:cNvPr id="82" name="Straight Arrow Connector 154">
            <a:extLst>
              <a:ext uri="{FF2B5EF4-FFF2-40B4-BE49-F238E27FC236}">
                <a16:creationId xmlns:a16="http://schemas.microsoft.com/office/drawing/2014/main" id="{D3899F2D-8D5A-F750-59A6-8D84FCDEF16F}"/>
              </a:ext>
            </a:extLst>
          </p:cNvPr>
          <p:cNvCxnSpPr>
            <a:cxnSpLocks/>
            <a:endCxn id="49" idx="3"/>
          </p:cNvCxnSpPr>
          <p:nvPr/>
        </p:nvCxnSpPr>
        <p:spPr>
          <a:xfrm flipH="1">
            <a:off x="10453780" y="5306131"/>
            <a:ext cx="201228" cy="0"/>
          </a:xfrm>
          <a:prstGeom prst="straightConnector1">
            <a:avLst/>
          </a:prstGeom>
          <a:noFill/>
          <a:ln w="19050" cap="flat" cmpd="sng" algn="ctr">
            <a:solidFill>
              <a:srgbClr val="C82D2D"/>
            </a:solidFill>
            <a:prstDash val="dash"/>
            <a:headEnd type="triangle"/>
            <a:tailEnd type="none"/>
          </a:ln>
          <a:effectLst/>
        </p:spPr>
      </p:cxnSp>
    </p:spTree>
    <p:extLst>
      <p:ext uri="{BB962C8B-B14F-4D97-AF65-F5344CB8AC3E}">
        <p14:creationId xmlns:p14="http://schemas.microsoft.com/office/powerpoint/2010/main" val="426777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Colt Theme 2026 4">
      <a:dk1>
        <a:srgbClr val="121212"/>
      </a:dk1>
      <a:lt1>
        <a:srgbClr val="00D7BD"/>
      </a:lt1>
      <a:dk2>
        <a:srgbClr val="121212"/>
      </a:dk2>
      <a:lt2>
        <a:srgbClr val="ECECED"/>
      </a:lt2>
      <a:accent1>
        <a:srgbClr val="FFC33C"/>
      </a:accent1>
      <a:accent2>
        <a:srgbClr val="00A49A"/>
      </a:accent2>
      <a:accent3>
        <a:srgbClr val="0C544E"/>
      </a:accent3>
      <a:accent4>
        <a:srgbClr val="474946"/>
      </a:accent4>
      <a:accent5>
        <a:srgbClr val="FF7900"/>
      </a:accent5>
      <a:accent6>
        <a:srgbClr val="F20C36"/>
      </a:accent6>
      <a:hlink>
        <a:srgbClr val="FF7900"/>
      </a:hlink>
      <a:folHlink>
        <a:srgbClr val="F20C3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44" cap="flat">
          <a:noFill/>
          <a:prstDash val="solid"/>
          <a:miter/>
        </a:ln>
      </a:spPr>
      <a:bodyPr rtlCol="0" anchor="ctr"/>
      <a:lstStyle>
        <a:defPPr algn="l">
          <a:defRPr/>
        </a:defPPr>
      </a:lst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8A3A937B-6A8F-48FF-A754-A6C64B11AFBC}" vid="{20945639-BAA3-4B26-AF82-96A91718BD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0C11A31EF6EC47A009A03399E8F013" ma:contentTypeVersion="31" ma:contentTypeDescription="Create a new document." ma:contentTypeScope="" ma:versionID="c9a6616fb995c5a13755951f3d4b86bf">
  <xsd:schema xmlns:xsd="http://www.w3.org/2001/XMLSchema" xmlns:xs="http://www.w3.org/2001/XMLSchema" xmlns:p="http://schemas.microsoft.com/office/2006/metadata/properties" xmlns:ns2="fd191cec-b9ae-4da0-b6bd-cfbb9d67ce2a" xmlns:ns3="86bffae9-93c7-4009-a037-6290870eb665" xmlns:ns4="31f01287-d4db-47c2-b073-b000fe0dc9e1" targetNamespace="http://schemas.microsoft.com/office/2006/metadata/properties" ma:root="true" ma:fieldsID="7391e04220859a07892dab837a36238f" ns2:_="" ns3:_="" ns4:_="">
    <xsd:import namespace="fd191cec-b9ae-4da0-b6bd-cfbb9d67ce2a"/>
    <xsd:import namespace="86bffae9-93c7-4009-a037-6290870eb665"/>
    <xsd:import namespace="31f01287-d4db-47c2-b073-b000fe0dc9e1"/>
    <xsd:element name="properties">
      <xsd:complexType>
        <xsd:sequence>
          <xsd:element name="documentManagement">
            <xsd:complexType>
              <xsd:all>
                <xsd:element ref="ns2:Summary" minOccurs="0"/>
                <xsd:element ref="ns2:Tag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4:SharedWithUsers" minOccurs="0"/>
                <xsd:element ref="ns4:SharedWithDetails" minOccurs="0"/>
                <xsd:element ref="ns2:ProductArea" minOccurs="0"/>
                <xsd:element ref="ns2:MediaServiceLocation" minOccurs="0"/>
                <xsd:element ref="ns2:User" minOccurs="0"/>
                <xsd:element ref="ns2:ld3c6ec7307549c79bc84237462c0fc9" minOccurs="0"/>
                <xsd:element ref="ns2:MediaServiceBillingMetadata" minOccurs="0"/>
                <xsd:element ref="ns2:ReviewDate" minOccurs="0"/>
                <xsd:element ref="ns2:Language" minOccurs="0"/>
                <xsd:element ref="ns2:Documentowner" minOccurs="0"/>
                <xsd:element ref="ns2:DataSource" minOccurs="0"/>
                <xsd:element ref="ns2:Internal_x002f_External" minOccurs="0"/>
                <xsd:element ref="ns2:Keyword" minOccurs="0"/>
                <xsd:element ref="ns2:DateofUpload" minOccurs="0"/>
                <xsd:element ref="ns2:LastReview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191cec-b9ae-4da0-b6bd-cfbb9d67ce2a" elementFormDefault="qualified">
    <xsd:import namespace="http://schemas.microsoft.com/office/2006/documentManagement/types"/>
    <xsd:import namespace="http://schemas.microsoft.com/office/infopath/2007/PartnerControls"/>
    <xsd:element name="Summary" ma:index="3" nillable="true" ma:displayName="Summary" ma:format="Dropdown" ma:internalName="Summary" ma:readOnly="false">
      <xsd:simpleType>
        <xsd:restriction base="dms:Text">
          <xsd:maxLength value="255"/>
        </xsd:restriction>
      </xsd:simpleType>
    </xsd:element>
    <xsd:element name="Tag" ma:index="4" nillable="true" ma:displayName="Tag" ma:format="Dropdown" ma:internalName="Tag" ma:readOnly="false">
      <xsd:simpleType>
        <xsd:restriction base="dms:Text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8268396b-371b-4a59-b694-f90548ebff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hidden="true" ma:internalName="MediaServiceOCR" ma:readOnly="true">
      <xsd:simpleType>
        <xsd:restriction base="dms:Note"/>
      </xsd:simpleType>
    </xsd:element>
    <xsd:element name="ProductArea" ma:index="24" nillable="true" ma:displayName="Product Area" ma:format="Dropdown" ma:internalName="ProductArea">
      <xsd:simpleType>
        <xsd:restriction base="dms:Choice">
          <xsd:enumeration value="IP"/>
          <xsd:enumeration value="Ethernet"/>
          <xsd:enumeration value="On Demand"/>
          <xsd:enumeration value="Optical"/>
          <xsd:enumeration value="UC&amp;C Solutions"/>
          <xsd:enumeration value="Cyber Security"/>
          <xsd:enumeration value="Cloud Connectivity"/>
          <xsd:enumeration value="Voice"/>
          <xsd:enumeration value="Professional Services"/>
          <xsd:enumeration value="Capital Markets"/>
        </xsd:restriction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  <xsd:element name="User" ma:index="26" nillable="true" ma:displayName="User" ma:format="Dropdown" ma:list="UserInfo" ma:SharePointGroup="0" ma:internalName="Us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d3c6ec7307549c79bc84237462c0fc9" ma:index="28" nillable="true" ma:taxonomy="true" ma:internalName="ld3c6ec7307549c79bc84237462c0fc9" ma:taxonomyFieldName="Topic_x0020_Tag" ma:displayName="Global Topic Tag" ma:default="" ma:fieldId="{5d3c6ec7-3075-49c7-9bc8-4237462c0fc9}" ma:taxonomyMulti="true" ma:sspId="8268396b-371b-4a59-b694-f90548ebff47" ma:termSetId="9c827d66-fdda-4402-8e15-7fb31e62a36e" ma:anchorId="09836e73-ceb5-4cfe-8d50-06841b632cef" ma:open="false" ma:isKeyword="false">
      <xsd:complexType>
        <xsd:sequence>
          <xsd:element ref="pc:Terms" minOccurs="0" maxOccurs="1"/>
        </xsd:sequence>
      </xsd:complex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  <xsd:element name="ReviewDate" ma:index="30" nillable="true" ma:displayName="Review Date" ma:format="DateOnly" ma:internalName="ReviewDate">
      <xsd:simpleType>
        <xsd:restriction base="dms:DateTime"/>
      </xsd:simpleType>
    </xsd:element>
    <xsd:element name="Language" ma:index="31" nillable="true" ma:displayName="Language" ma:format="Dropdown" ma:internalName="Language">
      <xsd:simpleType>
        <xsd:restriction base="dms:Choice">
          <xsd:enumeration value="English"/>
          <xsd:enumeration value="French"/>
          <xsd:enumeration value="Spanish"/>
          <xsd:enumeration value="Italian"/>
          <xsd:enumeration value="German"/>
          <xsd:enumeration value="Japanese"/>
        </xsd:restriction>
      </xsd:simpleType>
    </xsd:element>
    <xsd:element name="Documentowner" ma:index="32" nillable="true" ma:displayName="Content Owner" ma:description="Content Contact and Person Responsible" ma:format="Dropdown" ma:list="UserInfo" ma:SharePointGroup="0" ma:internalName="Document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aSource" ma:index="33" nillable="true" ma:displayName="Product" ma:format="Dropdown" ma:internalName="DataSource">
      <xsd:simpleType>
        <xsd:restriction base="dms:Choice">
          <xsd:enumeration value="Ethernet"/>
          <xsd:enumeration value="Spectrum"/>
          <xsd:enumeration value="Wave"/>
          <xsd:enumeration value="SIP Trunking"/>
          <xsd:enumeration value="Dedicated Cloud Access"/>
        </xsd:restriction>
      </xsd:simpleType>
    </xsd:element>
    <xsd:element name="Internal_x002f_External" ma:index="34" nillable="true" ma:displayName="Internal/External" ma:format="Dropdown" ma:internalName="Internal_x002f_External">
      <xsd:simpleType>
        <xsd:restriction base="dms:Choice">
          <xsd:enumeration value="Internal"/>
          <xsd:enumeration value="External"/>
          <xsd:enumeration value="Choice 3"/>
        </xsd:restriction>
      </xsd:simpleType>
    </xsd:element>
    <xsd:element name="Keyword" ma:index="35" nillable="true" ma:displayName="Keyword" ma:format="Dropdown" ma:internalName="Keyword">
      <xsd:simpleType>
        <xsd:restriction base="dms:Choice">
          <xsd:enumeration value="ARCHIVED"/>
          <xsd:enumeration value="Copilot"/>
          <xsd:enumeration value="Choice 3"/>
        </xsd:restriction>
      </xsd:simpleType>
    </xsd:element>
    <xsd:element name="DateofUpload" ma:index="36" nillable="true" ma:displayName="Date of Upload" ma:format="DateOnly" ma:internalName="DateofUpload">
      <xsd:simpleType>
        <xsd:restriction base="dms:DateTime"/>
      </xsd:simpleType>
    </xsd:element>
    <xsd:element name="LastReview" ma:index="37" nillable="true" ma:displayName="Last Review" ma:format="DateOnly" ma:internalName="LastReview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bffae9-93c7-4009-a037-6290870eb66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6d39df3f-9f4a-4ad7-88e3-0f831f28529e}" ma:internalName="TaxCatchAll" ma:readOnly="false" ma:showField="CatchAllData" ma:web="31f01287-d4db-47c2-b073-b000fe0dc9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f01287-d4db-47c2-b073-b000fe0dc9e1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bffae9-93c7-4009-a037-6290870eb665" xsi:nil="true"/>
    <lcf76f155ced4ddcb4097134ff3c332f xmlns="fd191cec-b9ae-4da0-b6bd-cfbb9d67ce2a">
      <Terms xmlns="http://schemas.microsoft.com/office/infopath/2007/PartnerControls"/>
    </lcf76f155ced4ddcb4097134ff3c332f>
    <Internal_x002f_External xmlns="fd191cec-b9ae-4da0-b6bd-cfbb9d67ce2a" xsi:nil="true"/>
    <ProductArea xmlns="fd191cec-b9ae-4da0-b6bd-cfbb9d67ce2a" xsi:nil="true"/>
    <Keyword xmlns="fd191cec-b9ae-4da0-b6bd-cfbb9d67ce2a" xsi:nil="true"/>
    <User xmlns="fd191cec-b9ae-4da0-b6bd-cfbb9d67ce2a">
      <UserInfo>
        <DisplayName/>
        <AccountId xsi:nil="true"/>
        <AccountType/>
      </UserInfo>
    </User>
    <LastReview xmlns="fd191cec-b9ae-4da0-b6bd-cfbb9d67ce2a" xsi:nil="true"/>
    <DataSource xmlns="fd191cec-b9ae-4da0-b6bd-cfbb9d67ce2a" xsi:nil="true"/>
    <Documentowner xmlns="fd191cec-b9ae-4da0-b6bd-cfbb9d67ce2a">
      <UserInfo>
        <DisplayName/>
        <AccountId xsi:nil="true"/>
        <AccountType/>
      </UserInfo>
    </Documentowner>
    <DateofUpload xmlns="fd191cec-b9ae-4da0-b6bd-cfbb9d67ce2a" xsi:nil="true"/>
    <ld3c6ec7307549c79bc84237462c0fc9 xmlns="fd191cec-b9ae-4da0-b6bd-cfbb9d67ce2a">
      <Terms xmlns="http://schemas.microsoft.com/office/infopath/2007/PartnerControls"/>
    </ld3c6ec7307549c79bc84237462c0fc9>
    <Language xmlns="fd191cec-b9ae-4da0-b6bd-cfbb9d67ce2a" xsi:nil="true"/>
    <ReviewDate xmlns="fd191cec-b9ae-4da0-b6bd-cfbb9d67ce2a" xsi:nil="true"/>
    <Tag xmlns="fd191cec-b9ae-4da0-b6bd-cfbb9d67ce2a" xsi:nil="true"/>
    <Summary xmlns="fd191cec-b9ae-4da0-b6bd-cfbb9d67ce2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91FC2CB-76B5-4BDA-A17D-FEE4262940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191cec-b9ae-4da0-b6bd-cfbb9d67ce2a"/>
    <ds:schemaRef ds:uri="86bffae9-93c7-4009-a037-6290870eb665"/>
    <ds:schemaRef ds:uri="31f01287-d4db-47c2-b073-b000fe0dc9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3B42DE5-E6B9-4B40-9638-DD3AF65F61B1}">
  <ds:schemaRefs>
    <ds:schemaRef ds:uri="86bffae9-93c7-4009-a037-6290870eb665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31f01287-d4db-47c2-b073-b000fe0dc9e1"/>
    <ds:schemaRef ds:uri="fd191cec-b9ae-4da0-b6bd-cfbb9d67ce2a"/>
  </ds:schemaRefs>
</ds:datastoreItem>
</file>

<file path=customXml/itemProps3.xml><?xml version="1.0" encoding="utf-8"?>
<ds:datastoreItem xmlns:ds="http://schemas.openxmlformats.org/officeDocument/2006/customXml" ds:itemID="{70E531F7-559D-4854-95D2-DDEC2EB558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Colt Template 26 - Highly confidential (1)</Template>
  <TotalTime>0</TotalTime>
  <Words>3004</Words>
  <Application>Microsoft Office PowerPoint</Application>
  <PresentationFormat>Widescreen</PresentationFormat>
  <Paragraphs>536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GothamLight</vt:lpstr>
      <vt:lpstr>System Font Regular</vt:lpstr>
      <vt:lpstr>Aptos</vt:lpstr>
      <vt:lpstr>Arial</vt:lpstr>
      <vt:lpstr>Calibri</vt:lpstr>
      <vt:lpstr>Segoe UI Light</vt:lpstr>
      <vt:lpstr>Wingdings</vt:lpstr>
      <vt:lpstr>Office Theme</vt:lpstr>
      <vt:lpstr>think-cell Slide</vt:lpstr>
      <vt:lpstr>Waves vs Ethernet &amp; IP VPN vs Ethernet VPN  &amp; Ethernet product comparison  April 2026</vt:lpstr>
      <vt:lpstr>Introduction to Layers and Product positioning </vt:lpstr>
      <vt:lpstr>Product Positioning : Level 3 lies on Level 2 that lies on Level 1</vt:lpstr>
      <vt:lpstr>Wave and Ethernet </vt:lpstr>
      <vt:lpstr>Asia Siebel migration to global siebEl</vt:lpstr>
      <vt:lpstr>Optical and Ethernet : Product positioning (1/2)</vt:lpstr>
      <vt:lpstr>Waves and Ethernet Line : product positioning (2/2) </vt:lpstr>
      <vt:lpstr>Supported Features Waves and Ethernet</vt:lpstr>
      <vt:lpstr>Supported Features Waves, Ethernet, Private Ethernet </vt:lpstr>
      <vt:lpstr>Ethernet VPN and IP VPN</vt:lpstr>
      <vt:lpstr>Ethernet VPN and IP VPN : Product positioning (1/2)</vt:lpstr>
      <vt:lpstr>Ethernet VPN and IP VPN : product positioning (2/2) </vt:lpstr>
      <vt:lpstr>Supported Features IP VPN and Ethernet VPN</vt:lpstr>
      <vt:lpstr>Ethernet Products</vt:lpstr>
      <vt:lpstr>Supported Features Ethernet Line, Private Ethernet, Ethernet Hub&amp;Spoke and Ethernet VPN</vt:lpstr>
      <vt:lpstr>Thank you</vt:lpstr>
      <vt:lpstr>The OSI (Open Systems Interconnection) model : the 7 layers model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Sato, Hiroyoshi</dc:creator>
  <cp:lastModifiedBy>Dhuleholi, Paramananda</cp:lastModifiedBy>
  <cp:revision>13</cp:revision>
  <dcterms:created xsi:type="dcterms:W3CDTF">2026-02-10T01:03:07Z</dcterms:created>
  <dcterms:modified xsi:type="dcterms:W3CDTF">2026-10-29T06:27:45Z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0x0101001A0C11A31EF6EC47A009A03399E8F013</vt:lpwstr>
  </property>
  <property fmtid="{D5CDD505-2E9C-101B-9397-08002B2CF9AE}" pid="3" name="MediaServiceImageTags">
    <vt:lpwstr/>
  </property>
  <property fmtid="{D5CDD505-2E9C-101B-9397-08002B2CF9AE}" pid="4" name="Order">
    <vt:r8>3926500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Global_x0020_Topic_x0020_Tag">
    <vt:lpwstr/>
  </property>
  <property fmtid="{D5CDD505-2E9C-101B-9397-08002B2CF9AE}" pid="12" name="Global Topic Tag">
    <vt:lpwstr/>
  </property>
  <property fmtid="{D5CDD505-2E9C-101B-9397-08002B2CF9AE}" pid="13" name="Topic_x0020_Tag">
    <vt:lpwstr/>
  </property>
  <property fmtid="{D5CDD505-2E9C-101B-9397-08002B2CF9AE}" pid="14" name="Topic Tag">
    <vt:lpwstr/>
  </property>
</Properties>
</file>